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6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y="5143500" cx="9144000"/>
  <p:notesSz cx="6858000" cy="9144000"/>
  <p:embeddedFontLst>
    <p:embeddedFont>
      <p:font typeface="Montserrat"/>
      <p:regular r:id="rId29"/>
      <p:bold r:id="rId30"/>
      <p:italic r:id="rId31"/>
      <p:boldItalic r:id="rId32"/>
    </p:embeddedFont>
    <p:embeddedFont>
      <p:font typeface="Pacifico"/>
      <p:regular r:id="rId33"/>
    </p:embeddedFont>
    <p:embeddedFont>
      <p:font typeface="Open Sans"/>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38" roundtripDataSignature="AMtx7miiHjpSXGeDIxCnlBZYT3klIarJ8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0B20B2C-C2F6-4E37-936A-A2E0F494F7D4}">
  <a:tblStyle styleId="{D0B20B2C-C2F6-4E37-936A-A2E0F494F7D4}"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Montserrat-regular.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Montserrat-italic.fntdata"/><Relationship Id="rId30" Type="http://schemas.openxmlformats.org/officeDocument/2006/relationships/font" Target="fonts/Montserrat-bold.fntdata"/><Relationship Id="rId11" Type="http://schemas.openxmlformats.org/officeDocument/2006/relationships/slide" Target="slides/slide4.xml"/><Relationship Id="rId33" Type="http://schemas.openxmlformats.org/officeDocument/2006/relationships/font" Target="fonts/Pacifico-regular.fntdata"/><Relationship Id="rId10" Type="http://schemas.openxmlformats.org/officeDocument/2006/relationships/slide" Target="slides/slide3.xml"/><Relationship Id="rId32" Type="http://schemas.openxmlformats.org/officeDocument/2006/relationships/font" Target="fonts/Montserrat-boldItalic.fntdata"/><Relationship Id="rId13" Type="http://schemas.openxmlformats.org/officeDocument/2006/relationships/slide" Target="slides/slide6.xml"/><Relationship Id="rId35" Type="http://schemas.openxmlformats.org/officeDocument/2006/relationships/font" Target="fonts/OpenSans-bold.fntdata"/><Relationship Id="rId12" Type="http://schemas.openxmlformats.org/officeDocument/2006/relationships/slide" Target="slides/slide5.xml"/><Relationship Id="rId34" Type="http://schemas.openxmlformats.org/officeDocument/2006/relationships/font" Target="fonts/OpenSans-regular.fntdata"/><Relationship Id="rId15" Type="http://schemas.openxmlformats.org/officeDocument/2006/relationships/slide" Target="slides/slide8.xml"/><Relationship Id="rId37" Type="http://schemas.openxmlformats.org/officeDocument/2006/relationships/font" Target="fonts/OpenSans-boldItalic.fntdata"/><Relationship Id="rId14" Type="http://schemas.openxmlformats.org/officeDocument/2006/relationships/slide" Target="slides/slide7.xml"/><Relationship Id="rId36" Type="http://schemas.openxmlformats.org/officeDocument/2006/relationships/font" Target="fonts/OpenSans-italic.fntdata"/><Relationship Id="rId17" Type="http://schemas.openxmlformats.org/officeDocument/2006/relationships/slide" Target="slides/slide10.xml"/><Relationship Id="rId16" Type="http://schemas.openxmlformats.org/officeDocument/2006/relationships/slide" Target="slides/slide9.xml"/><Relationship Id="rId38" Type="http://customschemas.google.com/relationships/presentationmetadata" Target="meta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 name="Google Shape;127;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5" name="Google Shape;135;p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5" name="Google Shape;145;p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7" name="Google Shape;167;p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7" name="Google Shape;177;p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5" name="Google Shape;185;p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3" name="Google Shape;193;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1" name="Google Shape;211;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7" name="Google Shape;227;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1" name="Google Shape;241;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0" name="Google Shape;260;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9" name="Google Shape;279;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9" name="Google Shape;299;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7" name="Google Shape;327;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8" name="Google Shape;338;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2" name="Google Shape;362;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9" name="Google Shape;369;p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7" name="Google Shape;377;p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4" name="Google Shape;384;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1" name="Google Shape;391;p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9" name="Google Shape;399;p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 name="Shape 9"/>
        <p:cNvGrpSpPr/>
        <p:nvPr/>
      </p:nvGrpSpPr>
      <p:grpSpPr>
        <a:xfrm>
          <a:off x="0" y="0"/>
          <a:ext cx="0" cy="0"/>
          <a:chOff x="0" y="0"/>
          <a:chExt cx="0" cy="0"/>
        </a:xfrm>
      </p:grpSpPr>
      <p:sp>
        <p:nvSpPr>
          <p:cNvPr id="10" name="Google Shape;10;p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 name="Google Shape;11;p2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2" name="Google Shape;12;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 name="Shape 13"/>
        <p:cNvGrpSpPr/>
        <p:nvPr/>
      </p:nvGrpSpPr>
      <p:grpSpPr>
        <a:xfrm>
          <a:off x="0" y="0"/>
          <a:ext cx="0" cy="0"/>
          <a:chOff x="0" y="0"/>
          <a:chExt cx="0" cy="0"/>
        </a:xfrm>
      </p:grpSpPr>
      <p:sp>
        <p:nvSpPr>
          <p:cNvPr id="14" name="Google Shape;14;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7" name="Google Shape;17;p27"/>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8" name="Google Shape;18;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sp>
        <p:nvSpPr>
          <p:cNvPr id="20" name="Google Shape;20;p28"/>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1" name="Google Shape;21;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2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 name="Google Shape;24;p29"/>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5" name="Google Shape;25;p29"/>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6" name="Google Shape;26;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3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9" name="Google Shape;29;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31"/>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2" name="Google Shape;32;p31"/>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3" name="Google Shape;33;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32"/>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6" name="Google Shape;36;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3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33"/>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0" name="Google Shape;40;p33"/>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1" name="Google Shape;41;p33"/>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2" name="Google Shape;42;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34"/>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5" name="Google Shape;45;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35"/>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8" name="Google Shape;48;p35"/>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9" name="Google Shape;49;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26"/>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58" name="Google Shape;58;p26"/>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59" name="Google Shape;59;p26"/>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0" name="Shape 60"/>
        <p:cNvGrpSpPr/>
        <p:nvPr/>
      </p:nvGrpSpPr>
      <p:grpSpPr>
        <a:xfrm>
          <a:off x="0" y="0"/>
          <a:ext cx="0" cy="0"/>
          <a:chOff x="0" y="0"/>
          <a:chExt cx="0" cy="0"/>
        </a:xfrm>
      </p:grpSpPr>
      <p:sp>
        <p:nvSpPr>
          <p:cNvPr id="61" name="Google Shape;61;p36"/>
          <p:cNvSpPr txBox="1"/>
          <p:nvPr>
            <p:ph type="ctrTitle"/>
          </p:nvPr>
        </p:nvSpPr>
        <p:spPr>
          <a:xfrm>
            <a:off x="342900" y="1065213"/>
            <a:ext cx="3886200" cy="735000"/>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9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62" name="Google Shape;62;p36"/>
          <p:cNvSpPr txBox="1"/>
          <p:nvPr>
            <p:ph idx="1" type="subTitle"/>
          </p:nvPr>
        </p:nvSpPr>
        <p:spPr>
          <a:xfrm>
            <a:off x="685800" y="1943100"/>
            <a:ext cx="3200400" cy="876300"/>
          </a:xfrm>
          <a:prstGeom prst="rect">
            <a:avLst/>
          </a:prstGeom>
          <a:noFill/>
          <a:ln>
            <a:noFill/>
          </a:ln>
        </p:spPr>
        <p:txBody>
          <a:bodyPr anchorCtr="0" anchor="t" bIns="22850" lIns="45725" spcFirstLastPara="1" rIns="45725" wrap="square" tIns="22850">
            <a:normAutofit/>
          </a:bodyPr>
          <a:lstStyle>
            <a:lvl1pPr lvl="0" algn="ctr">
              <a:lnSpc>
                <a:spcPct val="100000"/>
              </a:lnSpc>
              <a:spcBef>
                <a:spcPts val="300"/>
              </a:spcBef>
              <a:spcAft>
                <a:spcPts val="0"/>
              </a:spcAft>
              <a:buClr>
                <a:srgbClr val="888888"/>
              </a:buClr>
              <a:buSzPts val="1600"/>
              <a:buNone/>
              <a:defRPr>
                <a:solidFill>
                  <a:srgbClr val="888888"/>
                </a:solidFill>
              </a:defRPr>
            </a:lvl1pPr>
            <a:lvl2pPr lvl="1" algn="ctr">
              <a:lnSpc>
                <a:spcPct val="100000"/>
              </a:lnSpc>
              <a:spcBef>
                <a:spcPts val="300"/>
              </a:spcBef>
              <a:spcAft>
                <a:spcPts val="0"/>
              </a:spcAft>
              <a:buClr>
                <a:srgbClr val="888888"/>
              </a:buClr>
              <a:buSzPts val="1400"/>
              <a:buNone/>
              <a:defRPr>
                <a:solidFill>
                  <a:srgbClr val="888888"/>
                </a:solidFill>
              </a:defRPr>
            </a:lvl2pPr>
            <a:lvl3pPr lvl="2" algn="ctr">
              <a:lnSpc>
                <a:spcPct val="100000"/>
              </a:lnSpc>
              <a:spcBef>
                <a:spcPts val="200"/>
              </a:spcBef>
              <a:spcAft>
                <a:spcPts val="0"/>
              </a:spcAft>
              <a:buClr>
                <a:srgbClr val="888888"/>
              </a:buClr>
              <a:buSzPts val="1200"/>
              <a:buNone/>
              <a:defRPr>
                <a:solidFill>
                  <a:srgbClr val="888888"/>
                </a:solidFill>
              </a:defRPr>
            </a:lvl3pPr>
            <a:lvl4pPr lvl="3" algn="ctr">
              <a:lnSpc>
                <a:spcPct val="100000"/>
              </a:lnSpc>
              <a:spcBef>
                <a:spcPts val="200"/>
              </a:spcBef>
              <a:spcAft>
                <a:spcPts val="0"/>
              </a:spcAft>
              <a:buClr>
                <a:srgbClr val="888888"/>
              </a:buClr>
              <a:buSzPts val="1000"/>
              <a:buNone/>
              <a:defRPr>
                <a:solidFill>
                  <a:srgbClr val="888888"/>
                </a:solidFill>
              </a:defRPr>
            </a:lvl4pPr>
            <a:lvl5pPr lvl="4" algn="ctr">
              <a:lnSpc>
                <a:spcPct val="100000"/>
              </a:lnSpc>
              <a:spcBef>
                <a:spcPts val="200"/>
              </a:spcBef>
              <a:spcAft>
                <a:spcPts val="0"/>
              </a:spcAft>
              <a:buClr>
                <a:srgbClr val="888888"/>
              </a:buClr>
              <a:buSzPts val="1000"/>
              <a:buNone/>
              <a:defRPr>
                <a:solidFill>
                  <a:srgbClr val="888888"/>
                </a:solidFill>
              </a:defRPr>
            </a:lvl5pPr>
            <a:lvl6pPr lvl="5" algn="ctr">
              <a:lnSpc>
                <a:spcPct val="100000"/>
              </a:lnSpc>
              <a:spcBef>
                <a:spcPts val="200"/>
              </a:spcBef>
              <a:spcAft>
                <a:spcPts val="0"/>
              </a:spcAft>
              <a:buClr>
                <a:srgbClr val="888888"/>
              </a:buClr>
              <a:buSzPts val="1000"/>
              <a:buNone/>
              <a:defRPr>
                <a:solidFill>
                  <a:srgbClr val="888888"/>
                </a:solidFill>
              </a:defRPr>
            </a:lvl6pPr>
            <a:lvl7pPr lvl="6" algn="ctr">
              <a:lnSpc>
                <a:spcPct val="100000"/>
              </a:lnSpc>
              <a:spcBef>
                <a:spcPts val="200"/>
              </a:spcBef>
              <a:spcAft>
                <a:spcPts val="0"/>
              </a:spcAft>
              <a:buClr>
                <a:srgbClr val="888888"/>
              </a:buClr>
              <a:buSzPts val="1000"/>
              <a:buNone/>
              <a:defRPr>
                <a:solidFill>
                  <a:srgbClr val="888888"/>
                </a:solidFill>
              </a:defRPr>
            </a:lvl7pPr>
            <a:lvl8pPr lvl="7" algn="ctr">
              <a:lnSpc>
                <a:spcPct val="100000"/>
              </a:lnSpc>
              <a:spcBef>
                <a:spcPts val="200"/>
              </a:spcBef>
              <a:spcAft>
                <a:spcPts val="0"/>
              </a:spcAft>
              <a:buClr>
                <a:srgbClr val="888888"/>
              </a:buClr>
              <a:buSzPts val="1000"/>
              <a:buNone/>
              <a:defRPr>
                <a:solidFill>
                  <a:srgbClr val="888888"/>
                </a:solidFill>
              </a:defRPr>
            </a:lvl8pPr>
            <a:lvl9pPr lvl="8" algn="ctr">
              <a:lnSpc>
                <a:spcPct val="100000"/>
              </a:lnSpc>
              <a:spcBef>
                <a:spcPts val="200"/>
              </a:spcBef>
              <a:spcAft>
                <a:spcPts val="0"/>
              </a:spcAft>
              <a:buClr>
                <a:srgbClr val="888888"/>
              </a:buClr>
              <a:buSzPts val="1000"/>
              <a:buNone/>
              <a:defRPr>
                <a:solidFill>
                  <a:srgbClr val="888888"/>
                </a:solidFill>
              </a:defRPr>
            </a:lvl9pPr>
          </a:lstStyle>
          <a:p/>
        </p:txBody>
      </p:sp>
      <p:sp>
        <p:nvSpPr>
          <p:cNvPr id="63" name="Google Shape;63;p36"/>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64" name="Google Shape;64;p36"/>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65" name="Google Shape;65;p36"/>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6" name="Shape 66"/>
        <p:cNvGrpSpPr/>
        <p:nvPr/>
      </p:nvGrpSpPr>
      <p:grpSpPr>
        <a:xfrm>
          <a:off x="0" y="0"/>
          <a:ext cx="0" cy="0"/>
          <a:chOff x="0" y="0"/>
          <a:chExt cx="0" cy="0"/>
        </a:xfrm>
      </p:grpSpPr>
      <p:sp>
        <p:nvSpPr>
          <p:cNvPr id="67" name="Google Shape;67;p37"/>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9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68" name="Google Shape;68;p37"/>
          <p:cNvSpPr txBox="1"/>
          <p:nvPr>
            <p:ph idx="1" type="body"/>
          </p:nvPr>
        </p:nvSpPr>
        <p:spPr>
          <a:xfrm>
            <a:off x="228600" y="800100"/>
            <a:ext cx="4114800" cy="2263200"/>
          </a:xfrm>
          <a:prstGeom prst="rect">
            <a:avLst/>
          </a:prstGeom>
          <a:noFill/>
          <a:ln>
            <a:noFill/>
          </a:ln>
        </p:spPr>
        <p:txBody>
          <a:bodyPr anchorCtr="0" anchor="t" bIns="22850" lIns="45725" spcFirstLastPara="1" rIns="45725" wrap="square" tIns="22850">
            <a:normAutofit/>
          </a:bodyPr>
          <a:lstStyle>
            <a:lvl1pPr indent="-285750" lvl="0" marL="457200" algn="l">
              <a:lnSpc>
                <a:spcPct val="100000"/>
              </a:lnSpc>
              <a:spcBef>
                <a:spcPts val="200"/>
              </a:spcBef>
              <a:spcAft>
                <a:spcPts val="0"/>
              </a:spcAft>
              <a:buClr>
                <a:schemeClr val="dk1"/>
              </a:buClr>
              <a:buSzPts val="900"/>
              <a:buChar char="•"/>
              <a:defRPr/>
            </a:lvl1pPr>
            <a:lvl2pPr indent="-285750" lvl="1" marL="914400" algn="l">
              <a:lnSpc>
                <a:spcPct val="100000"/>
              </a:lnSpc>
              <a:spcBef>
                <a:spcPts val="200"/>
              </a:spcBef>
              <a:spcAft>
                <a:spcPts val="0"/>
              </a:spcAft>
              <a:buClr>
                <a:schemeClr val="dk1"/>
              </a:buClr>
              <a:buSzPts val="900"/>
              <a:buChar char="–"/>
              <a:defRPr/>
            </a:lvl2pPr>
            <a:lvl3pPr indent="-285750" lvl="2" marL="1371600" algn="l">
              <a:lnSpc>
                <a:spcPct val="100000"/>
              </a:lnSpc>
              <a:spcBef>
                <a:spcPts val="200"/>
              </a:spcBef>
              <a:spcAft>
                <a:spcPts val="0"/>
              </a:spcAft>
              <a:buClr>
                <a:schemeClr val="dk1"/>
              </a:buClr>
              <a:buSzPts val="900"/>
              <a:buChar char="•"/>
              <a:defRPr/>
            </a:lvl3pPr>
            <a:lvl4pPr indent="-285750" lvl="3" marL="1828800" algn="l">
              <a:lnSpc>
                <a:spcPct val="100000"/>
              </a:lnSpc>
              <a:spcBef>
                <a:spcPts val="200"/>
              </a:spcBef>
              <a:spcAft>
                <a:spcPts val="0"/>
              </a:spcAft>
              <a:buClr>
                <a:schemeClr val="dk1"/>
              </a:buClr>
              <a:buSzPts val="900"/>
              <a:buChar char="–"/>
              <a:defRPr/>
            </a:lvl4pPr>
            <a:lvl5pPr indent="-285750" lvl="4" marL="2286000" algn="l">
              <a:lnSpc>
                <a:spcPct val="100000"/>
              </a:lnSpc>
              <a:spcBef>
                <a:spcPts val="200"/>
              </a:spcBef>
              <a:spcAft>
                <a:spcPts val="0"/>
              </a:spcAft>
              <a:buClr>
                <a:schemeClr val="dk1"/>
              </a:buClr>
              <a:buSzPts val="900"/>
              <a:buChar char="»"/>
              <a:defRPr/>
            </a:lvl5pPr>
            <a:lvl6pPr indent="-285750" lvl="5" marL="2743200" algn="l">
              <a:lnSpc>
                <a:spcPct val="100000"/>
              </a:lnSpc>
              <a:spcBef>
                <a:spcPts val="200"/>
              </a:spcBef>
              <a:spcAft>
                <a:spcPts val="0"/>
              </a:spcAft>
              <a:buClr>
                <a:schemeClr val="dk1"/>
              </a:buClr>
              <a:buSzPts val="900"/>
              <a:buChar char="•"/>
              <a:defRPr/>
            </a:lvl6pPr>
            <a:lvl7pPr indent="-285750" lvl="6" marL="3200400" algn="l">
              <a:lnSpc>
                <a:spcPct val="100000"/>
              </a:lnSpc>
              <a:spcBef>
                <a:spcPts val="200"/>
              </a:spcBef>
              <a:spcAft>
                <a:spcPts val="0"/>
              </a:spcAft>
              <a:buClr>
                <a:schemeClr val="dk1"/>
              </a:buClr>
              <a:buSzPts val="900"/>
              <a:buChar char="•"/>
              <a:defRPr/>
            </a:lvl7pPr>
            <a:lvl8pPr indent="-285750" lvl="7" marL="3657600" algn="l">
              <a:lnSpc>
                <a:spcPct val="100000"/>
              </a:lnSpc>
              <a:spcBef>
                <a:spcPts val="200"/>
              </a:spcBef>
              <a:spcAft>
                <a:spcPts val="0"/>
              </a:spcAft>
              <a:buClr>
                <a:schemeClr val="dk1"/>
              </a:buClr>
              <a:buSzPts val="900"/>
              <a:buChar char="•"/>
              <a:defRPr/>
            </a:lvl8pPr>
            <a:lvl9pPr indent="-285750" lvl="8" marL="4114800" algn="l">
              <a:lnSpc>
                <a:spcPct val="100000"/>
              </a:lnSpc>
              <a:spcBef>
                <a:spcPts val="200"/>
              </a:spcBef>
              <a:spcAft>
                <a:spcPts val="0"/>
              </a:spcAft>
              <a:buClr>
                <a:schemeClr val="dk1"/>
              </a:buClr>
              <a:buSzPts val="900"/>
              <a:buChar char="•"/>
              <a:defRPr/>
            </a:lvl9pPr>
          </a:lstStyle>
          <a:p/>
        </p:txBody>
      </p:sp>
      <p:sp>
        <p:nvSpPr>
          <p:cNvPr id="69" name="Google Shape;69;p37"/>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70" name="Google Shape;70;p37"/>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71" name="Google Shape;71;p37"/>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38"/>
          <p:cNvSpPr txBox="1"/>
          <p:nvPr>
            <p:ph type="title"/>
          </p:nvPr>
        </p:nvSpPr>
        <p:spPr>
          <a:xfrm>
            <a:off x="361156" y="2203450"/>
            <a:ext cx="3886200" cy="681000"/>
          </a:xfrm>
          <a:prstGeom prst="rect">
            <a:avLst/>
          </a:prstGeom>
          <a:noFill/>
          <a:ln>
            <a:noFill/>
          </a:ln>
        </p:spPr>
        <p:txBody>
          <a:bodyPr anchorCtr="0" anchor="t" bIns="22850" lIns="45725" spcFirstLastPara="1" rIns="45725" wrap="square" tIns="22850">
            <a:normAutofit/>
          </a:bodyPr>
          <a:lstStyle>
            <a:lvl1pPr lvl="0" algn="l">
              <a:lnSpc>
                <a:spcPct val="100000"/>
              </a:lnSpc>
              <a:spcBef>
                <a:spcPts val="0"/>
              </a:spcBef>
              <a:spcAft>
                <a:spcPts val="0"/>
              </a:spcAft>
              <a:buClr>
                <a:schemeClr val="dk1"/>
              </a:buClr>
              <a:buSzPts val="2000"/>
              <a:buFont typeface="Calibri"/>
              <a:buNone/>
              <a:defRPr b="1" sz="2000" cap="none"/>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74" name="Google Shape;74;p38"/>
          <p:cNvSpPr txBox="1"/>
          <p:nvPr>
            <p:ph idx="1" type="body"/>
          </p:nvPr>
        </p:nvSpPr>
        <p:spPr>
          <a:xfrm>
            <a:off x="361156" y="1453357"/>
            <a:ext cx="3886200" cy="750300"/>
          </a:xfrm>
          <a:prstGeom prst="rect">
            <a:avLst/>
          </a:prstGeom>
          <a:noFill/>
          <a:ln>
            <a:noFill/>
          </a:ln>
        </p:spPr>
        <p:txBody>
          <a:bodyPr anchorCtr="0" anchor="b" bIns="22850" lIns="45725" spcFirstLastPara="1" rIns="45725" wrap="square" tIns="22850">
            <a:normAutofit/>
          </a:bodyPr>
          <a:lstStyle>
            <a:lvl1pPr indent="-228600" lvl="0" marL="457200" algn="l">
              <a:lnSpc>
                <a:spcPct val="100000"/>
              </a:lnSpc>
              <a:spcBef>
                <a:spcPts val="200"/>
              </a:spcBef>
              <a:spcAft>
                <a:spcPts val="0"/>
              </a:spcAft>
              <a:buClr>
                <a:srgbClr val="888888"/>
              </a:buClr>
              <a:buSzPts val="1000"/>
              <a:buNone/>
              <a:defRPr sz="1000">
                <a:solidFill>
                  <a:srgbClr val="888888"/>
                </a:solidFill>
              </a:defRPr>
            </a:lvl1pPr>
            <a:lvl2pPr indent="-228600" lvl="1" marL="914400" algn="l">
              <a:lnSpc>
                <a:spcPct val="100000"/>
              </a:lnSpc>
              <a:spcBef>
                <a:spcPts val="200"/>
              </a:spcBef>
              <a:spcAft>
                <a:spcPts val="0"/>
              </a:spcAft>
              <a:buClr>
                <a:srgbClr val="888888"/>
              </a:buClr>
              <a:buSzPts val="900"/>
              <a:buNone/>
              <a:defRPr sz="900">
                <a:solidFill>
                  <a:srgbClr val="888888"/>
                </a:solidFill>
              </a:defRPr>
            </a:lvl2pPr>
            <a:lvl3pPr indent="-228600" lvl="2" marL="1371600" algn="l">
              <a:lnSpc>
                <a:spcPct val="100000"/>
              </a:lnSpc>
              <a:spcBef>
                <a:spcPts val="200"/>
              </a:spcBef>
              <a:spcAft>
                <a:spcPts val="0"/>
              </a:spcAft>
              <a:buClr>
                <a:srgbClr val="888888"/>
              </a:buClr>
              <a:buSzPts val="800"/>
              <a:buNone/>
              <a:defRPr sz="800">
                <a:solidFill>
                  <a:srgbClr val="888888"/>
                </a:solidFill>
              </a:defRPr>
            </a:lvl3pPr>
            <a:lvl4pPr indent="-228600" lvl="3" marL="1828800" algn="l">
              <a:lnSpc>
                <a:spcPct val="100000"/>
              </a:lnSpc>
              <a:spcBef>
                <a:spcPts val="100"/>
              </a:spcBef>
              <a:spcAft>
                <a:spcPts val="0"/>
              </a:spcAft>
              <a:buClr>
                <a:srgbClr val="888888"/>
              </a:buClr>
              <a:buSzPts val="700"/>
              <a:buNone/>
              <a:defRPr sz="700">
                <a:solidFill>
                  <a:srgbClr val="888888"/>
                </a:solidFill>
              </a:defRPr>
            </a:lvl4pPr>
            <a:lvl5pPr indent="-228600" lvl="4" marL="2286000" algn="l">
              <a:lnSpc>
                <a:spcPct val="100000"/>
              </a:lnSpc>
              <a:spcBef>
                <a:spcPts val="100"/>
              </a:spcBef>
              <a:spcAft>
                <a:spcPts val="0"/>
              </a:spcAft>
              <a:buClr>
                <a:srgbClr val="888888"/>
              </a:buClr>
              <a:buSzPts val="700"/>
              <a:buNone/>
              <a:defRPr sz="700">
                <a:solidFill>
                  <a:srgbClr val="888888"/>
                </a:solidFill>
              </a:defRPr>
            </a:lvl5pPr>
            <a:lvl6pPr indent="-228600" lvl="5" marL="2743200" algn="l">
              <a:lnSpc>
                <a:spcPct val="100000"/>
              </a:lnSpc>
              <a:spcBef>
                <a:spcPts val="100"/>
              </a:spcBef>
              <a:spcAft>
                <a:spcPts val="0"/>
              </a:spcAft>
              <a:buClr>
                <a:srgbClr val="888888"/>
              </a:buClr>
              <a:buSzPts val="700"/>
              <a:buNone/>
              <a:defRPr sz="700">
                <a:solidFill>
                  <a:srgbClr val="888888"/>
                </a:solidFill>
              </a:defRPr>
            </a:lvl6pPr>
            <a:lvl7pPr indent="-228600" lvl="6" marL="3200400" algn="l">
              <a:lnSpc>
                <a:spcPct val="100000"/>
              </a:lnSpc>
              <a:spcBef>
                <a:spcPts val="100"/>
              </a:spcBef>
              <a:spcAft>
                <a:spcPts val="0"/>
              </a:spcAft>
              <a:buClr>
                <a:srgbClr val="888888"/>
              </a:buClr>
              <a:buSzPts val="700"/>
              <a:buNone/>
              <a:defRPr sz="700">
                <a:solidFill>
                  <a:srgbClr val="888888"/>
                </a:solidFill>
              </a:defRPr>
            </a:lvl7pPr>
            <a:lvl8pPr indent="-228600" lvl="7" marL="3657600" algn="l">
              <a:lnSpc>
                <a:spcPct val="100000"/>
              </a:lnSpc>
              <a:spcBef>
                <a:spcPts val="100"/>
              </a:spcBef>
              <a:spcAft>
                <a:spcPts val="0"/>
              </a:spcAft>
              <a:buClr>
                <a:srgbClr val="888888"/>
              </a:buClr>
              <a:buSzPts val="700"/>
              <a:buNone/>
              <a:defRPr sz="700">
                <a:solidFill>
                  <a:srgbClr val="888888"/>
                </a:solidFill>
              </a:defRPr>
            </a:lvl8pPr>
            <a:lvl9pPr indent="-228600" lvl="8" marL="4114800" algn="l">
              <a:lnSpc>
                <a:spcPct val="100000"/>
              </a:lnSpc>
              <a:spcBef>
                <a:spcPts val="100"/>
              </a:spcBef>
              <a:spcAft>
                <a:spcPts val="0"/>
              </a:spcAft>
              <a:buClr>
                <a:srgbClr val="888888"/>
              </a:buClr>
              <a:buSzPts val="700"/>
              <a:buNone/>
              <a:defRPr sz="700">
                <a:solidFill>
                  <a:srgbClr val="888888"/>
                </a:solidFill>
              </a:defRPr>
            </a:lvl9pPr>
          </a:lstStyle>
          <a:p/>
        </p:txBody>
      </p:sp>
      <p:sp>
        <p:nvSpPr>
          <p:cNvPr id="75" name="Google Shape;75;p38"/>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76" name="Google Shape;76;p38"/>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77" name="Google Shape;77;p38"/>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8" name="Shape 78"/>
        <p:cNvGrpSpPr/>
        <p:nvPr/>
      </p:nvGrpSpPr>
      <p:grpSpPr>
        <a:xfrm>
          <a:off x="0" y="0"/>
          <a:ext cx="0" cy="0"/>
          <a:chOff x="0" y="0"/>
          <a:chExt cx="0" cy="0"/>
        </a:xfrm>
      </p:grpSpPr>
      <p:sp>
        <p:nvSpPr>
          <p:cNvPr id="79" name="Google Shape;79;p39"/>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9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80" name="Google Shape;80;p39"/>
          <p:cNvSpPr txBox="1"/>
          <p:nvPr>
            <p:ph idx="1" type="body"/>
          </p:nvPr>
        </p:nvSpPr>
        <p:spPr>
          <a:xfrm>
            <a:off x="228600" y="800100"/>
            <a:ext cx="2019300" cy="2263200"/>
          </a:xfrm>
          <a:prstGeom prst="rect">
            <a:avLst/>
          </a:prstGeom>
          <a:noFill/>
          <a:ln>
            <a:noFill/>
          </a:ln>
        </p:spPr>
        <p:txBody>
          <a:bodyPr anchorCtr="0" anchor="t" bIns="22850" lIns="45725" spcFirstLastPara="1" rIns="45725" wrap="square" tIns="22850">
            <a:normAutofit/>
          </a:bodyPr>
          <a:lstStyle>
            <a:lvl1pPr indent="-317500" lvl="0" marL="457200" algn="l">
              <a:lnSpc>
                <a:spcPct val="100000"/>
              </a:lnSpc>
              <a:spcBef>
                <a:spcPts val="300"/>
              </a:spcBef>
              <a:spcAft>
                <a:spcPts val="0"/>
              </a:spcAft>
              <a:buClr>
                <a:schemeClr val="dk1"/>
              </a:buClr>
              <a:buSzPts val="1400"/>
              <a:buChar char="•"/>
              <a:defRPr sz="1400"/>
            </a:lvl1pPr>
            <a:lvl2pPr indent="-304800" lvl="1" marL="914400" algn="l">
              <a:lnSpc>
                <a:spcPct val="100000"/>
              </a:lnSpc>
              <a:spcBef>
                <a:spcPts val="200"/>
              </a:spcBef>
              <a:spcAft>
                <a:spcPts val="0"/>
              </a:spcAft>
              <a:buClr>
                <a:schemeClr val="dk1"/>
              </a:buClr>
              <a:buSzPts val="1200"/>
              <a:buChar char="–"/>
              <a:defRPr sz="1200"/>
            </a:lvl2pPr>
            <a:lvl3pPr indent="-292100" lvl="2" marL="1371600" algn="l">
              <a:lnSpc>
                <a:spcPct val="100000"/>
              </a:lnSpc>
              <a:spcBef>
                <a:spcPts val="200"/>
              </a:spcBef>
              <a:spcAft>
                <a:spcPts val="0"/>
              </a:spcAft>
              <a:buClr>
                <a:schemeClr val="dk1"/>
              </a:buClr>
              <a:buSzPts val="1000"/>
              <a:buChar char="•"/>
              <a:defRPr sz="10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200"/>
              </a:spcBef>
              <a:spcAft>
                <a:spcPts val="0"/>
              </a:spcAft>
              <a:buClr>
                <a:schemeClr val="dk1"/>
              </a:buClr>
              <a:buSzPts val="900"/>
              <a:buChar char="»"/>
              <a:defRPr sz="900"/>
            </a:lvl5pPr>
            <a:lvl6pPr indent="-285750" lvl="5" marL="2743200" algn="l">
              <a:lnSpc>
                <a:spcPct val="100000"/>
              </a:lnSpc>
              <a:spcBef>
                <a:spcPts val="200"/>
              </a:spcBef>
              <a:spcAft>
                <a:spcPts val="0"/>
              </a:spcAft>
              <a:buClr>
                <a:schemeClr val="dk1"/>
              </a:buClr>
              <a:buSzPts val="900"/>
              <a:buChar char="•"/>
              <a:defRPr sz="900"/>
            </a:lvl6pPr>
            <a:lvl7pPr indent="-285750" lvl="6" marL="3200400" algn="l">
              <a:lnSpc>
                <a:spcPct val="100000"/>
              </a:lnSpc>
              <a:spcBef>
                <a:spcPts val="200"/>
              </a:spcBef>
              <a:spcAft>
                <a:spcPts val="0"/>
              </a:spcAft>
              <a:buClr>
                <a:schemeClr val="dk1"/>
              </a:buClr>
              <a:buSzPts val="900"/>
              <a:buChar char="•"/>
              <a:defRPr sz="900"/>
            </a:lvl7pPr>
            <a:lvl8pPr indent="-285750" lvl="7" marL="3657600" algn="l">
              <a:lnSpc>
                <a:spcPct val="100000"/>
              </a:lnSpc>
              <a:spcBef>
                <a:spcPts val="200"/>
              </a:spcBef>
              <a:spcAft>
                <a:spcPts val="0"/>
              </a:spcAft>
              <a:buClr>
                <a:schemeClr val="dk1"/>
              </a:buClr>
              <a:buSzPts val="900"/>
              <a:buChar char="•"/>
              <a:defRPr sz="900"/>
            </a:lvl8pPr>
            <a:lvl9pPr indent="-285750" lvl="8" marL="4114800" algn="l">
              <a:lnSpc>
                <a:spcPct val="100000"/>
              </a:lnSpc>
              <a:spcBef>
                <a:spcPts val="200"/>
              </a:spcBef>
              <a:spcAft>
                <a:spcPts val="0"/>
              </a:spcAft>
              <a:buClr>
                <a:schemeClr val="dk1"/>
              </a:buClr>
              <a:buSzPts val="900"/>
              <a:buChar char="•"/>
              <a:defRPr sz="900"/>
            </a:lvl9pPr>
          </a:lstStyle>
          <a:p/>
        </p:txBody>
      </p:sp>
      <p:sp>
        <p:nvSpPr>
          <p:cNvPr id="81" name="Google Shape;81;p39"/>
          <p:cNvSpPr txBox="1"/>
          <p:nvPr>
            <p:ph idx="2" type="body"/>
          </p:nvPr>
        </p:nvSpPr>
        <p:spPr>
          <a:xfrm>
            <a:off x="2324100" y="800100"/>
            <a:ext cx="2019300" cy="2263200"/>
          </a:xfrm>
          <a:prstGeom prst="rect">
            <a:avLst/>
          </a:prstGeom>
          <a:noFill/>
          <a:ln>
            <a:noFill/>
          </a:ln>
        </p:spPr>
        <p:txBody>
          <a:bodyPr anchorCtr="0" anchor="t" bIns="22850" lIns="45725" spcFirstLastPara="1" rIns="45725" wrap="square" tIns="22850">
            <a:normAutofit/>
          </a:bodyPr>
          <a:lstStyle>
            <a:lvl1pPr indent="-317500" lvl="0" marL="457200" algn="l">
              <a:lnSpc>
                <a:spcPct val="100000"/>
              </a:lnSpc>
              <a:spcBef>
                <a:spcPts val="300"/>
              </a:spcBef>
              <a:spcAft>
                <a:spcPts val="0"/>
              </a:spcAft>
              <a:buClr>
                <a:schemeClr val="dk1"/>
              </a:buClr>
              <a:buSzPts val="1400"/>
              <a:buChar char="•"/>
              <a:defRPr sz="1400"/>
            </a:lvl1pPr>
            <a:lvl2pPr indent="-304800" lvl="1" marL="914400" algn="l">
              <a:lnSpc>
                <a:spcPct val="100000"/>
              </a:lnSpc>
              <a:spcBef>
                <a:spcPts val="200"/>
              </a:spcBef>
              <a:spcAft>
                <a:spcPts val="0"/>
              </a:spcAft>
              <a:buClr>
                <a:schemeClr val="dk1"/>
              </a:buClr>
              <a:buSzPts val="1200"/>
              <a:buChar char="–"/>
              <a:defRPr sz="1200"/>
            </a:lvl2pPr>
            <a:lvl3pPr indent="-292100" lvl="2" marL="1371600" algn="l">
              <a:lnSpc>
                <a:spcPct val="100000"/>
              </a:lnSpc>
              <a:spcBef>
                <a:spcPts val="200"/>
              </a:spcBef>
              <a:spcAft>
                <a:spcPts val="0"/>
              </a:spcAft>
              <a:buClr>
                <a:schemeClr val="dk1"/>
              </a:buClr>
              <a:buSzPts val="1000"/>
              <a:buChar char="•"/>
              <a:defRPr sz="1000"/>
            </a:lvl3pPr>
            <a:lvl4pPr indent="-285750" lvl="3" marL="1828800" algn="l">
              <a:lnSpc>
                <a:spcPct val="100000"/>
              </a:lnSpc>
              <a:spcBef>
                <a:spcPts val="200"/>
              </a:spcBef>
              <a:spcAft>
                <a:spcPts val="0"/>
              </a:spcAft>
              <a:buClr>
                <a:schemeClr val="dk1"/>
              </a:buClr>
              <a:buSzPts val="900"/>
              <a:buChar char="–"/>
              <a:defRPr sz="900"/>
            </a:lvl4pPr>
            <a:lvl5pPr indent="-285750" lvl="4" marL="2286000" algn="l">
              <a:lnSpc>
                <a:spcPct val="100000"/>
              </a:lnSpc>
              <a:spcBef>
                <a:spcPts val="200"/>
              </a:spcBef>
              <a:spcAft>
                <a:spcPts val="0"/>
              </a:spcAft>
              <a:buClr>
                <a:schemeClr val="dk1"/>
              </a:buClr>
              <a:buSzPts val="900"/>
              <a:buChar char="»"/>
              <a:defRPr sz="900"/>
            </a:lvl5pPr>
            <a:lvl6pPr indent="-285750" lvl="5" marL="2743200" algn="l">
              <a:lnSpc>
                <a:spcPct val="100000"/>
              </a:lnSpc>
              <a:spcBef>
                <a:spcPts val="200"/>
              </a:spcBef>
              <a:spcAft>
                <a:spcPts val="0"/>
              </a:spcAft>
              <a:buClr>
                <a:schemeClr val="dk1"/>
              </a:buClr>
              <a:buSzPts val="900"/>
              <a:buChar char="•"/>
              <a:defRPr sz="900"/>
            </a:lvl6pPr>
            <a:lvl7pPr indent="-285750" lvl="6" marL="3200400" algn="l">
              <a:lnSpc>
                <a:spcPct val="100000"/>
              </a:lnSpc>
              <a:spcBef>
                <a:spcPts val="200"/>
              </a:spcBef>
              <a:spcAft>
                <a:spcPts val="0"/>
              </a:spcAft>
              <a:buClr>
                <a:schemeClr val="dk1"/>
              </a:buClr>
              <a:buSzPts val="900"/>
              <a:buChar char="•"/>
              <a:defRPr sz="900"/>
            </a:lvl7pPr>
            <a:lvl8pPr indent="-285750" lvl="7" marL="3657600" algn="l">
              <a:lnSpc>
                <a:spcPct val="100000"/>
              </a:lnSpc>
              <a:spcBef>
                <a:spcPts val="200"/>
              </a:spcBef>
              <a:spcAft>
                <a:spcPts val="0"/>
              </a:spcAft>
              <a:buClr>
                <a:schemeClr val="dk1"/>
              </a:buClr>
              <a:buSzPts val="900"/>
              <a:buChar char="•"/>
              <a:defRPr sz="900"/>
            </a:lvl8pPr>
            <a:lvl9pPr indent="-285750" lvl="8" marL="4114800" algn="l">
              <a:lnSpc>
                <a:spcPct val="100000"/>
              </a:lnSpc>
              <a:spcBef>
                <a:spcPts val="200"/>
              </a:spcBef>
              <a:spcAft>
                <a:spcPts val="0"/>
              </a:spcAft>
              <a:buClr>
                <a:schemeClr val="dk1"/>
              </a:buClr>
              <a:buSzPts val="900"/>
              <a:buChar char="•"/>
              <a:defRPr sz="900"/>
            </a:lvl9pPr>
          </a:lstStyle>
          <a:p/>
        </p:txBody>
      </p:sp>
      <p:sp>
        <p:nvSpPr>
          <p:cNvPr id="82" name="Google Shape;82;p39"/>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83" name="Google Shape;83;p39"/>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84" name="Google Shape;84;p39"/>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5" name="Shape 85"/>
        <p:cNvGrpSpPr/>
        <p:nvPr/>
      </p:nvGrpSpPr>
      <p:grpSpPr>
        <a:xfrm>
          <a:off x="0" y="0"/>
          <a:ext cx="0" cy="0"/>
          <a:chOff x="0" y="0"/>
          <a:chExt cx="0" cy="0"/>
        </a:xfrm>
      </p:grpSpPr>
      <p:sp>
        <p:nvSpPr>
          <p:cNvPr id="86" name="Google Shape;86;p40"/>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2200"/>
              <a:buFont typeface="Calibri"/>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87" name="Google Shape;87;p40"/>
          <p:cNvSpPr txBox="1"/>
          <p:nvPr>
            <p:ph idx="1" type="body"/>
          </p:nvPr>
        </p:nvSpPr>
        <p:spPr>
          <a:xfrm>
            <a:off x="228600" y="767556"/>
            <a:ext cx="2020200" cy="320100"/>
          </a:xfrm>
          <a:prstGeom prst="rect">
            <a:avLst/>
          </a:prstGeom>
          <a:noFill/>
          <a:ln>
            <a:noFill/>
          </a:ln>
        </p:spPr>
        <p:txBody>
          <a:bodyPr anchorCtr="0" anchor="b" bIns="22850" lIns="45725" spcFirstLastPara="1" rIns="45725" wrap="square" tIns="22850">
            <a:normAutofit/>
          </a:bodyPr>
          <a:lstStyle>
            <a:lvl1pPr indent="-228600" lvl="0" marL="457200" algn="l">
              <a:lnSpc>
                <a:spcPct val="100000"/>
              </a:lnSpc>
              <a:spcBef>
                <a:spcPts val="200"/>
              </a:spcBef>
              <a:spcAft>
                <a:spcPts val="0"/>
              </a:spcAft>
              <a:buClr>
                <a:schemeClr val="dk1"/>
              </a:buClr>
              <a:buSzPts val="1200"/>
              <a:buNone/>
              <a:defRPr b="1" sz="1200"/>
            </a:lvl1pPr>
            <a:lvl2pPr indent="-228600" lvl="1" marL="914400" algn="l">
              <a:lnSpc>
                <a:spcPct val="100000"/>
              </a:lnSpc>
              <a:spcBef>
                <a:spcPts val="200"/>
              </a:spcBef>
              <a:spcAft>
                <a:spcPts val="0"/>
              </a:spcAft>
              <a:buClr>
                <a:schemeClr val="dk1"/>
              </a:buClr>
              <a:buSzPts val="1000"/>
              <a:buNone/>
              <a:defRPr b="1" sz="1000"/>
            </a:lvl2pPr>
            <a:lvl3pPr indent="-228600" lvl="2" marL="1371600" algn="l">
              <a:lnSpc>
                <a:spcPct val="100000"/>
              </a:lnSpc>
              <a:spcBef>
                <a:spcPts val="200"/>
              </a:spcBef>
              <a:spcAft>
                <a:spcPts val="0"/>
              </a:spcAft>
              <a:buClr>
                <a:schemeClr val="dk1"/>
              </a:buClr>
              <a:buSzPts val="900"/>
              <a:buNone/>
              <a:defRPr b="1" sz="900"/>
            </a:lvl3pPr>
            <a:lvl4pPr indent="-228600" lvl="3" marL="1828800" algn="l">
              <a:lnSpc>
                <a:spcPct val="100000"/>
              </a:lnSpc>
              <a:spcBef>
                <a:spcPts val="200"/>
              </a:spcBef>
              <a:spcAft>
                <a:spcPts val="0"/>
              </a:spcAft>
              <a:buClr>
                <a:schemeClr val="dk1"/>
              </a:buClr>
              <a:buSzPts val="800"/>
              <a:buNone/>
              <a:defRPr b="1" sz="800"/>
            </a:lvl4pPr>
            <a:lvl5pPr indent="-228600" lvl="4" marL="2286000" algn="l">
              <a:lnSpc>
                <a:spcPct val="100000"/>
              </a:lnSpc>
              <a:spcBef>
                <a:spcPts val="200"/>
              </a:spcBef>
              <a:spcAft>
                <a:spcPts val="0"/>
              </a:spcAft>
              <a:buClr>
                <a:schemeClr val="dk1"/>
              </a:buClr>
              <a:buSzPts val="800"/>
              <a:buNone/>
              <a:defRPr b="1" sz="800"/>
            </a:lvl5pPr>
            <a:lvl6pPr indent="-228600" lvl="5" marL="2743200" algn="l">
              <a:lnSpc>
                <a:spcPct val="100000"/>
              </a:lnSpc>
              <a:spcBef>
                <a:spcPts val="200"/>
              </a:spcBef>
              <a:spcAft>
                <a:spcPts val="0"/>
              </a:spcAft>
              <a:buClr>
                <a:schemeClr val="dk1"/>
              </a:buClr>
              <a:buSzPts val="800"/>
              <a:buNone/>
              <a:defRPr b="1" sz="800"/>
            </a:lvl6pPr>
            <a:lvl7pPr indent="-228600" lvl="6" marL="3200400" algn="l">
              <a:lnSpc>
                <a:spcPct val="100000"/>
              </a:lnSpc>
              <a:spcBef>
                <a:spcPts val="200"/>
              </a:spcBef>
              <a:spcAft>
                <a:spcPts val="0"/>
              </a:spcAft>
              <a:buClr>
                <a:schemeClr val="dk1"/>
              </a:buClr>
              <a:buSzPts val="800"/>
              <a:buNone/>
              <a:defRPr b="1" sz="800"/>
            </a:lvl7pPr>
            <a:lvl8pPr indent="-228600" lvl="7" marL="3657600" algn="l">
              <a:lnSpc>
                <a:spcPct val="100000"/>
              </a:lnSpc>
              <a:spcBef>
                <a:spcPts val="200"/>
              </a:spcBef>
              <a:spcAft>
                <a:spcPts val="0"/>
              </a:spcAft>
              <a:buClr>
                <a:schemeClr val="dk1"/>
              </a:buClr>
              <a:buSzPts val="800"/>
              <a:buNone/>
              <a:defRPr b="1" sz="800"/>
            </a:lvl8pPr>
            <a:lvl9pPr indent="-228600" lvl="8" marL="4114800" algn="l">
              <a:lnSpc>
                <a:spcPct val="100000"/>
              </a:lnSpc>
              <a:spcBef>
                <a:spcPts val="200"/>
              </a:spcBef>
              <a:spcAft>
                <a:spcPts val="0"/>
              </a:spcAft>
              <a:buClr>
                <a:schemeClr val="dk1"/>
              </a:buClr>
              <a:buSzPts val="800"/>
              <a:buNone/>
              <a:defRPr b="1" sz="800"/>
            </a:lvl9pPr>
          </a:lstStyle>
          <a:p/>
        </p:txBody>
      </p:sp>
      <p:sp>
        <p:nvSpPr>
          <p:cNvPr id="88" name="Google Shape;88;p40"/>
          <p:cNvSpPr txBox="1"/>
          <p:nvPr>
            <p:ph idx="2" type="body"/>
          </p:nvPr>
        </p:nvSpPr>
        <p:spPr>
          <a:xfrm>
            <a:off x="228600" y="1087438"/>
            <a:ext cx="2020200" cy="1975800"/>
          </a:xfrm>
          <a:prstGeom prst="rect">
            <a:avLst/>
          </a:prstGeom>
          <a:noFill/>
          <a:ln>
            <a:noFill/>
          </a:ln>
        </p:spPr>
        <p:txBody>
          <a:bodyPr anchorCtr="0" anchor="t" bIns="22850" lIns="45725" spcFirstLastPara="1" rIns="45725" wrap="square" tIns="22850">
            <a:normAutofit/>
          </a:bodyPr>
          <a:lstStyle>
            <a:lvl1pPr indent="-304800" lvl="0" marL="457200" algn="l">
              <a:lnSpc>
                <a:spcPct val="100000"/>
              </a:lnSpc>
              <a:spcBef>
                <a:spcPts val="200"/>
              </a:spcBef>
              <a:spcAft>
                <a:spcPts val="0"/>
              </a:spcAft>
              <a:buClr>
                <a:schemeClr val="dk1"/>
              </a:buClr>
              <a:buSzPts val="1200"/>
              <a:buChar char="•"/>
              <a:defRPr sz="1200"/>
            </a:lvl1pPr>
            <a:lvl2pPr indent="-292100" lvl="1" marL="914400" algn="l">
              <a:lnSpc>
                <a:spcPct val="100000"/>
              </a:lnSpc>
              <a:spcBef>
                <a:spcPts val="200"/>
              </a:spcBef>
              <a:spcAft>
                <a:spcPts val="0"/>
              </a:spcAft>
              <a:buClr>
                <a:schemeClr val="dk1"/>
              </a:buClr>
              <a:buSzPts val="1000"/>
              <a:buChar char="–"/>
              <a:defRPr sz="1000"/>
            </a:lvl2pPr>
            <a:lvl3pPr indent="-285750" lvl="2" marL="1371600" algn="l">
              <a:lnSpc>
                <a:spcPct val="100000"/>
              </a:lnSpc>
              <a:spcBef>
                <a:spcPts val="200"/>
              </a:spcBef>
              <a:spcAft>
                <a:spcPts val="0"/>
              </a:spcAft>
              <a:buClr>
                <a:schemeClr val="dk1"/>
              </a:buClr>
              <a:buSzPts val="900"/>
              <a:buChar char="•"/>
              <a:defRPr sz="900"/>
            </a:lvl3pPr>
            <a:lvl4pPr indent="-279400" lvl="3" marL="1828800" algn="l">
              <a:lnSpc>
                <a:spcPct val="100000"/>
              </a:lnSpc>
              <a:spcBef>
                <a:spcPts val="200"/>
              </a:spcBef>
              <a:spcAft>
                <a:spcPts val="0"/>
              </a:spcAft>
              <a:buClr>
                <a:schemeClr val="dk1"/>
              </a:buClr>
              <a:buSzPts val="800"/>
              <a:buChar char="–"/>
              <a:defRPr sz="800"/>
            </a:lvl4pPr>
            <a:lvl5pPr indent="-279400" lvl="4" marL="2286000" algn="l">
              <a:lnSpc>
                <a:spcPct val="100000"/>
              </a:lnSpc>
              <a:spcBef>
                <a:spcPts val="200"/>
              </a:spcBef>
              <a:spcAft>
                <a:spcPts val="0"/>
              </a:spcAft>
              <a:buClr>
                <a:schemeClr val="dk1"/>
              </a:buClr>
              <a:buSzPts val="800"/>
              <a:buChar char="»"/>
              <a:defRPr sz="800"/>
            </a:lvl5pPr>
            <a:lvl6pPr indent="-279400" lvl="5" marL="2743200" algn="l">
              <a:lnSpc>
                <a:spcPct val="100000"/>
              </a:lnSpc>
              <a:spcBef>
                <a:spcPts val="200"/>
              </a:spcBef>
              <a:spcAft>
                <a:spcPts val="0"/>
              </a:spcAft>
              <a:buClr>
                <a:schemeClr val="dk1"/>
              </a:buClr>
              <a:buSzPts val="800"/>
              <a:buChar char="•"/>
              <a:defRPr sz="800"/>
            </a:lvl6pPr>
            <a:lvl7pPr indent="-279400" lvl="6" marL="3200400" algn="l">
              <a:lnSpc>
                <a:spcPct val="100000"/>
              </a:lnSpc>
              <a:spcBef>
                <a:spcPts val="200"/>
              </a:spcBef>
              <a:spcAft>
                <a:spcPts val="0"/>
              </a:spcAft>
              <a:buClr>
                <a:schemeClr val="dk1"/>
              </a:buClr>
              <a:buSzPts val="800"/>
              <a:buChar char="•"/>
              <a:defRPr sz="800"/>
            </a:lvl7pPr>
            <a:lvl8pPr indent="-279400" lvl="7" marL="3657600" algn="l">
              <a:lnSpc>
                <a:spcPct val="100000"/>
              </a:lnSpc>
              <a:spcBef>
                <a:spcPts val="200"/>
              </a:spcBef>
              <a:spcAft>
                <a:spcPts val="0"/>
              </a:spcAft>
              <a:buClr>
                <a:schemeClr val="dk1"/>
              </a:buClr>
              <a:buSzPts val="800"/>
              <a:buChar char="•"/>
              <a:defRPr sz="800"/>
            </a:lvl8pPr>
            <a:lvl9pPr indent="-279400" lvl="8" marL="4114800" algn="l">
              <a:lnSpc>
                <a:spcPct val="100000"/>
              </a:lnSpc>
              <a:spcBef>
                <a:spcPts val="200"/>
              </a:spcBef>
              <a:spcAft>
                <a:spcPts val="0"/>
              </a:spcAft>
              <a:buClr>
                <a:schemeClr val="dk1"/>
              </a:buClr>
              <a:buSzPts val="800"/>
              <a:buChar char="•"/>
              <a:defRPr sz="800"/>
            </a:lvl9pPr>
          </a:lstStyle>
          <a:p/>
        </p:txBody>
      </p:sp>
      <p:sp>
        <p:nvSpPr>
          <p:cNvPr id="89" name="Google Shape;89;p40"/>
          <p:cNvSpPr txBox="1"/>
          <p:nvPr>
            <p:ph idx="3" type="body"/>
          </p:nvPr>
        </p:nvSpPr>
        <p:spPr>
          <a:xfrm>
            <a:off x="2322513" y="767556"/>
            <a:ext cx="2021100" cy="320100"/>
          </a:xfrm>
          <a:prstGeom prst="rect">
            <a:avLst/>
          </a:prstGeom>
          <a:noFill/>
          <a:ln>
            <a:noFill/>
          </a:ln>
        </p:spPr>
        <p:txBody>
          <a:bodyPr anchorCtr="0" anchor="b" bIns="22850" lIns="45725" spcFirstLastPara="1" rIns="45725" wrap="square" tIns="22850">
            <a:normAutofit/>
          </a:bodyPr>
          <a:lstStyle>
            <a:lvl1pPr indent="-228600" lvl="0" marL="457200" algn="l">
              <a:lnSpc>
                <a:spcPct val="100000"/>
              </a:lnSpc>
              <a:spcBef>
                <a:spcPts val="200"/>
              </a:spcBef>
              <a:spcAft>
                <a:spcPts val="0"/>
              </a:spcAft>
              <a:buClr>
                <a:schemeClr val="dk1"/>
              </a:buClr>
              <a:buSzPts val="1200"/>
              <a:buNone/>
              <a:defRPr b="1" sz="1200"/>
            </a:lvl1pPr>
            <a:lvl2pPr indent="-228600" lvl="1" marL="914400" algn="l">
              <a:lnSpc>
                <a:spcPct val="100000"/>
              </a:lnSpc>
              <a:spcBef>
                <a:spcPts val="200"/>
              </a:spcBef>
              <a:spcAft>
                <a:spcPts val="0"/>
              </a:spcAft>
              <a:buClr>
                <a:schemeClr val="dk1"/>
              </a:buClr>
              <a:buSzPts val="1000"/>
              <a:buNone/>
              <a:defRPr b="1" sz="1000"/>
            </a:lvl2pPr>
            <a:lvl3pPr indent="-228600" lvl="2" marL="1371600" algn="l">
              <a:lnSpc>
                <a:spcPct val="100000"/>
              </a:lnSpc>
              <a:spcBef>
                <a:spcPts val="200"/>
              </a:spcBef>
              <a:spcAft>
                <a:spcPts val="0"/>
              </a:spcAft>
              <a:buClr>
                <a:schemeClr val="dk1"/>
              </a:buClr>
              <a:buSzPts val="900"/>
              <a:buNone/>
              <a:defRPr b="1" sz="900"/>
            </a:lvl3pPr>
            <a:lvl4pPr indent="-228600" lvl="3" marL="1828800" algn="l">
              <a:lnSpc>
                <a:spcPct val="100000"/>
              </a:lnSpc>
              <a:spcBef>
                <a:spcPts val="200"/>
              </a:spcBef>
              <a:spcAft>
                <a:spcPts val="0"/>
              </a:spcAft>
              <a:buClr>
                <a:schemeClr val="dk1"/>
              </a:buClr>
              <a:buSzPts val="800"/>
              <a:buNone/>
              <a:defRPr b="1" sz="800"/>
            </a:lvl4pPr>
            <a:lvl5pPr indent="-228600" lvl="4" marL="2286000" algn="l">
              <a:lnSpc>
                <a:spcPct val="100000"/>
              </a:lnSpc>
              <a:spcBef>
                <a:spcPts val="200"/>
              </a:spcBef>
              <a:spcAft>
                <a:spcPts val="0"/>
              </a:spcAft>
              <a:buClr>
                <a:schemeClr val="dk1"/>
              </a:buClr>
              <a:buSzPts val="800"/>
              <a:buNone/>
              <a:defRPr b="1" sz="800"/>
            </a:lvl5pPr>
            <a:lvl6pPr indent="-228600" lvl="5" marL="2743200" algn="l">
              <a:lnSpc>
                <a:spcPct val="100000"/>
              </a:lnSpc>
              <a:spcBef>
                <a:spcPts val="200"/>
              </a:spcBef>
              <a:spcAft>
                <a:spcPts val="0"/>
              </a:spcAft>
              <a:buClr>
                <a:schemeClr val="dk1"/>
              </a:buClr>
              <a:buSzPts val="800"/>
              <a:buNone/>
              <a:defRPr b="1" sz="800"/>
            </a:lvl6pPr>
            <a:lvl7pPr indent="-228600" lvl="6" marL="3200400" algn="l">
              <a:lnSpc>
                <a:spcPct val="100000"/>
              </a:lnSpc>
              <a:spcBef>
                <a:spcPts val="200"/>
              </a:spcBef>
              <a:spcAft>
                <a:spcPts val="0"/>
              </a:spcAft>
              <a:buClr>
                <a:schemeClr val="dk1"/>
              </a:buClr>
              <a:buSzPts val="800"/>
              <a:buNone/>
              <a:defRPr b="1" sz="800"/>
            </a:lvl7pPr>
            <a:lvl8pPr indent="-228600" lvl="7" marL="3657600" algn="l">
              <a:lnSpc>
                <a:spcPct val="100000"/>
              </a:lnSpc>
              <a:spcBef>
                <a:spcPts val="200"/>
              </a:spcBef>
              <a:spcAft>
                <a:spcPts val="0"/>
              </a:spcAft>
              <a:buClr>
                <a:schemeClr val="dk1"/>
              </a:buClr>
              <a:buSzPts val="800"/>
              <a:buNone/>
              <a:defRPr b="1" sz="800"/>
            </a:lvl8pPr>
            <a:lvl9pPr indent="-228600" lvl="8" marL="4114800" algn="l">
              <a:lnSpc>
                <a:spcPct val="100000"/>
              </a:lnSpc>
              <a:spcBef>
                <a:spcPts val="200"/>
              </a:spcBef>
              <a:spcAft>
                <a:spcPts val="0"/>
              </a:spcAft>
              <a:buClr>
                <a:schemeClr val="dk1"/>
              </a:buClr>
              <a:buSzPts val="800"/>
              <a:buNone/>
              <a:defRPr b="1" sz="800"/>
            </a:lvl9pPr>
          </a:lstStyle>
          <a:p/>
        </p:txBody>
      </p:sp>
      <p:sp>
        <p:nvSpPr>
          <p:cNvPr id="90" name="Google Shape;90;p40"/>
          <p:cNvSpPr txBox="1"/>
          <p:nvPr>
            <p:ph idx="4" type="body"/>
          </p:nvPr>
        </p:nvSpPr>
        <p:spPr>
          <a:xfrm>
            <a:off x="2322513" y="1087438"/>
            <a:ext cx="2021100" cy="1975800"/>
          </a:xfrm>
          <a:prstGeom prst="rect">
            <a:avLst/>
          </a:prstGeom>
          <a:noFill/>
          <a:ln>
            <a:noFill/>
          </a:ln>
        </p:spPr>
        <p:txBody>
          <a:bodyPr anchorCtr="0" anchor="t" bIns="22850" lIns="45725" spcFirstLastPara="1" rIns="45725" wrap="square" tIns="22850">
            <a:normAutofit/>
          </a:bodyPr>
          <a:lstStyle>
            <a:lvl1pPr indent="-304800" lvl="0" marL="457200" algn="l">
              <a:lnSpc>
                <a:spcPct val="100000"/>
              </a:lnSpc>
              <a:spcBef>
                <a:spcPts val="200"/>
              </a:spcBef>
              <a:spcAft>
                <a:spcPts val="0"/>
              </a:spcAft>
              <a:buClr>
                <a:schemeClr val="dk1"/>
              </a:buClr>
              <a:buSzPts val="1200"/>
              <a:buChar char="•"/>
              <a:defRPr sz="1200"/>
            </a:lvl1pPr>
            <a:lvl2pPr indent="-292100" lvl="1" marL="914400" algn="l">
              <a:lnSpc>
                <a:spcPct val="100000"/>
              </a:lnSpc>
              <a:spcBef>
                <a:spcPts val="200"/>
              </a:spcBef>
              <a:spcAft>
                <a:spcPts val="0"/>
              </a:spcAft>
              <a:buClr>
                <a:schemeClr val="dk1"/>
              </a:buClr>
              <a:buSzPts val="1000"/>
              <a:buChar char="–"/>
              <a:defRPr sz="1000"/>
            </a:lvl2pPr>
            <a:lvl3pPr indent="-285750" lvl="2" marL="1371600" algn="l">
              <a:lnSpc>
                <a:spcPct val="100000"/>
              </a:lnSpc>
              <a:spcBef>
                <a:spcPts val="200"/>
              </a:spcBef>
              <a:spcAft>
                <a:spcPts val="0"/>
              </a:spcAft>
              <a:buClr>
                <a:schemeClr val="dk1"/>
              </a:buClr>
              <a:buSzPts val="900"/>
              <a:buChar char="•"/>
              <a:defRPr sz="900"/>
            </a:lvl3pPr>
            <a:lvl4pPr indent="-279400" lvl="3" marL="1828800" algn="l">
              <a:lnSpc>
                <a:spcPct val="100000"/>
              </a:lnSpc>
              <a:spcBef>
                <a:spcPts val="200"/>
              </a:spcBef>
              <a:spcAft>
                <a:spcPts val="0"/>
              </a:spcAft>
              <a:buClr>
                <a:schemeClr val="dk1"/>
              </a:buClr>
              <a:buSzPts val="800"/>
              <a:buChar char="–"/>
              <a:defRPr sz="800"/>
            </a:lvl4pPr>
            <a:lvl5pPr indent="-279400" lvl="4" marL="2286000" algn="l">
              <a:lnSpc>
                <a:spcPct val="100000"/>
              </a:lnSpc>
              <a:spcBef>
                <a:spcPts val="200"/>
              </a:spcBef>
              <a:spcAft>
                <a:spcPts val="0"/>
              </a:spcAft>
              <a:buClr>
                <a:schemeClr val="dk1"/>
              </a:buClr>
              <a:buSzPts val="800"/>
              <a:buChar char="»"/>
              <a:defRPr sz="800"/>
            </a:lvl5pPr>
            <a:lvl6pPr indent="-279400" lvl="5" marL="2743200" algn="l">
              <a:lnSpc>
                <a:spcPct val="100000"/>
              </a:lnSpc>
              <a:spcBef>
                <a:spcPts val="200"/>
              </a:spcBef>
              <a:spcAft>
                <a:spcPts val="0"/>
              </a:spcAft>
              <a:buClr>
                <a:schemeClr val="dk1"/>
              </a:buClr>
              <a:buSzPts val="800"/>
              <a:buChar char="•"/>
              <a:defRPr sz="800"/>
            </a:lvl6pPr>
            <a:lvl7pPr indent="-279400" lvl="6" marL="3200400" algn="l">
              <a:lnSpc>
                <a:spcPct val="100000"/>
              </a:lnSpc>
              <a:spcBef>
                <a:spcPts val="200"/>
              </a:spcBef>
              <a:spcAft>
                <a:spcPts val="0"/>
              </a:spcAft>
              <a:buClr>
                <a:schemeClr val="dk1"/>
              </a:buClr>
              <a:buSzPts val="800"/>
              <a:buChar char="•"/>
              <a:defRPr sz="800"/>
            </a:lvl7pPr>
            <a:lvl8pPr indent="-279400" lvl="7" marL="3657600" algn="l">
              <a:lnSpc>
                <a:spcPct val="100000"/>
              </a:lnSpc>
              <a:spcBef>
                <a:spcPts val="200"/>
              </a:spcBef>
              <a:spcAft>
                <a:spcPts val="0"/>
              </a:spcAft>
              <a:buClr>
                <a:schemeClr val="dk1"/>
              </a:buClr>
              <a:buSzPts val="800"/>
              <a:buChar char="•"/>
              <a:defRPr sz="800"/>
            </a:lvl8pPr>
            <a:lvl9pPr indent="-279400" lvl="8" marL="4114800" algn="l">
              <a:lnSpc>
                <a:spcPct val="100000"/>
              </a:lnSpc>
              <a:spcBef>
                <a:spcPts val="200"/>
              </a:spcBef>
              <a:spcAft>
                <a:spcPts val="0"/>
              </a:spcAft>
              <a:buClr>
                <a:schemeClr val="dk1"/>
              </a:buClr>
              <a:buSzPts val="800"/>
              <a:buChar char="•"/>
              <a:defRPr sz="800"/>
            </a:lvl9pPr>
          </a:lstStyle>
          <a:p/>
        </p:txBody>
      </p:sp>
      <p:sp>
        <p:nvSpPr>
          <p:cNvPr id="91" name="Google Shape;91;p40"/>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92" name="Google Shape;92;p40"/>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93" name="Google Shape;93;p40"/>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 name="Shape 94"/>
        <p:cNvGrpSpPr/>
        <p:nvPr/>
      </p:nvGrpSpPr>
      <p:grpSpPr>
        <a:xfrm>
          <a:off x="0" y="0"/>
          <a:ext cx="0" cy="0"/>
          <a:chOff x="0" y="0"/>
          <a:chExt cx="0" cy="0"/>
        </a:xfrm>
      </p:grpSpPr>
      <p:sp>
        <p:nvSpPr>
          <p:cNvPr id="95" name="Google Shape;95;p41"/>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9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96" name="Google Shape;96;p41"/>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97" name="Google Shape;97;p41"/>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98" name="Google Shape;98;p41"/>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42"/>
          <p:cNvSpPr txBox="1"/>
          <p:nvPr>
            <p:ph type="title"/>
          </p:nvPr>
        </p:nvSpPr>
        <p:spPr>
          <a:xfrm>
            <a:off x="228600" y="136525"/>
            <a:ext cx="1504200" cy="581100"/>
          </a:xfrm>
          <a:prstGeom prst="rect">
            <a:avLst/>
          </a:prstGeom>
          <a:noFill/>
          <a:ln>
            <a:noFill/>
          </a:ln>
        </p:spPr>
        <p:txBody>
          <a:bodyPr anchorCtr="0" anchor="b" bIns="22850" lIns="45725" spcFirstLastPara="1" rIns="45725" wrap="square" tIns="22850">
            <a:normAutofit/>
          </a:bodyPr>
          <a:lstStyle>
            <a:lvl1pPr lvl="0" algn="l">
              <a:lnSpc>
                <a:spcPct val="100000"/>
              </a:lnSpc>
              <a:spcBef>
                <a:spcPts val="0"/>
              </a:spcBef>
              <a:spcAft>
                <a:spcPts val="0"/>
              </a:spcAft>
              <a:buClr>
                <a:schemeClr val="dk1"/>
              </a:buClr>
              <a:buSzPts val="1000"/>
              <a:buFont typeface="Calibri"/>
              <a:buNone/>
              <a:defRPr b="1" sz="1000"/>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01" name="Google Shape;101;p42"/>
          <p:cNvSpPr txBox="1"/>
          <p:nvPr>
            <p:ph idx="1" type="body"/>
          </p:nvPr>
        </p:nvSpPr>
        <p:spPr>
          <a:xfrm>
            <a:off x="1787525" y="136525"/>
            <a:ext cx="2556000" cy="2926500"/>
          </a:xfrm>
          <a:prstGeom prst="rect">
            <a:avLst/>
          </a:prstGeom>
          <a:noFill/>
          <a:ln>
            <a:noFill/>
          </a:ln>
        </p:spPr>
        <p:txBody>
          <a:bodyPr anchorCtr="0" anchor="t" bIns="22850" lIns="45725" spcFirstLastPara="1" rIns="45725" wrap="square" tIns="22850">
            <a:normAutofit/>
          </a:bodyPr>
          <a:lstStyle>
            <a:lvl1pPr indent="-330200" lvl="0" marL="457200" algn="l">
              <a:lnSpc>
                <a:spcPct val="100000"/>
              </a:lnSpc>
              <a:spcBef>
                <a:spcPts val="300"/>
              </a:spcBef>
              <a:spcAft>
                <a:spcPts val="0"/>
              </a:spcAft>
              <a:buClr>
                <a:schemeClr val="dk1"/>
              </a:buClr>
              <a:buSzPts val="1600"/>
              <a:buChar char="•"/>
              <a:defRPr sz="1600"/>
            </a:lvl1pPr>
            <a:lvl2pPr indent="-317500" lvl="1" marL="914400" algn="l">
              <a:lnSpc>
                <a:spcPct val="100000"/>
              </a:lnSpc>
              <a:spcBef>
                <a:spcPts val="300"/>
              </a:spcBef>
              <a:spcAft>
                <a:spcPts val="0"/>
              </a:spcAft>
              <a:buClr>
                <a:schemeClr val="dk1"/>
              </a:buClr>
              <a:buSzPts val="1400"/>
              <a:buChar char="–"/>
              <a:defRPr sz="1400"/>
            </a:lvl2pPr>
            <a:lvl3pPr indent="-304800" lvl="2" marL="1371600" algn="l">
              <a:lnSpc>
                <a:spcPct val="100000"/>
              </a:lnSpc>
              <a:spcBef>
                <a:spcPts val="200"/>
              </a:spcBef>
              <a:spcAft>
                <a:spcPts val="0"/>
              </a:spcAft>
              <a:buClr>
                <a:schemeClr val="dk1"/>
              </a:buClr>
              <a:buSzPts val="1200"/>
              <a:buChar char="•"/>
              <a:defRPr sz="1200"/>
            </a:lvl3pPr>
            <a:lvl4pPr indent="-292100" lvl="3" marL="1828800" algn="l">
              <a:lnSpc>
                <a:spcPct val="100000"/>
              </a:lnSpc>
              <a:spcBef>
                <a:spcPts val="200"/>
              </a:spcBef>
              <a:spcAft>
                <a:spcPts val="0"/>
              </a:spcAft>
              <a:buClr>
                <a:schemeClr val="dk1"/>
              </a:buClr>
              <a:buSzPts val="1000"/>
              <a:buChar char="–"/>
              <a:defRPr sz="1000"/>
            </a:lvl4pPr>
            <a:lvl5pPr indent="-292100" lvl="4" marL="2286000" algn="l">
              <a:lnSpc>
                <a:spcPct val="100000"/>
              </a:lnSpc>
              <a:spcBef>
                <a:spcPts val="200"/>
              </a:spcBef>
              <a:spcAft>
                <a:spcPts val="0"/>
              </a:spcAft>
              <a:buClr>
                <a:schemeClr val="dk1"/>
              </a:buClr>
              <a:buSzPts val="1000"/>
              <a:buChar char="»"/>
              <a:defRPr sz="1000"/>
            </a:lvl5pPr>
            <a:lvl6pPr indent="-292100" lvl="5" marL="2743200" algn="l">
              <a:lnSpc>
                <a:spcPct val="100000"/>
              </a:lnSpc>
              <a:spcBef>
                <a:spcPts val="200"/>
              </a:spcBef>
              <a:spcAft>
                <a:spcPts val="0"/>
              </a:spcAft>
              <a:buClr>
                <a:schemeClr val="dk1"/>
              </a:buClr>
              <a:buSzPts val="1000"/>
              <a:buChar char="•"/>
              <a:defRPr sz="1000"/>
            </a:lvl6pPr>
            <a:lvl7pPr indent="-292100" lvl="6" marL="3200400" algn="l">
              <a:lnSpc>
                <a:spcPct val="100000"/>
              </a:lnSpc>
              <a:spcBef>
                <a:spcPts val="200"/>
              </a:spcBef>
              <a:spcAft>
                <a:spcPts val="0"/>
              </a:spcAft>
              <a:buClr>
                <a:schemeClr val="dk1"/>
              </a:buClr>
              <a:buSzPts val="1000"/>
              <a:buChar char="•"/>
              <a:defRPr sz="1000"/>
            </a:lvl7pPr>
            <a:lvl8pPr indent="-292100" lvl="7" marL="3657600" algn="l">
              <a:lnSpc>
                <a:spcPct val="100000"/>
              </a:lnSpc>
              <a:spcBef>
                <a:spcPts val="200"/>
              </a:spcBef>
              <a:spcAft>
                <a:spcPts val="0"/>
              </a:spcAft>
              <a:buClr>
                <a:schemeClr val="dk1"/>
              </a:buClr>
              <a:buSzPts val="1000"/>
              <a:buChar char="•"/>
              <a:defRPr sz="1000"/>
            </a:lvl8pPr>
            <a:lvl9pPr indent="-292100" lvl="8" marL="4114800" algn="l">
              <a:lnSpc>
                <a:spcPct val="100000"/>
              </a:lnSpc>
              <a:spcBef>
                <a:spcPts val="200"/>
              </a:spcBef>
              <a:spcAft>
                <a:spcPts val="0"/>
              </a:spcAft>
              <a:buClr>
                <a:schemeClr val="dk1"/>
              </a:buClr>
              <a:buSzPts val="1000"/>
              <a:buChar char="•"/>
              <a:defRPr sz="1000"/>
            </a:lvl9pPr>
          </a:lstStyle>
          <a:p/>
        </p:txBody>
      </p:sp>
      <p:sp>
        <p:nvSpPr>
          <p:cNvPr id="102" name="Google Shape;102;p42"/>
          <p:cNvSpPr txBox="1"/>
          <p:nvPr>
            <p:ph idx="2" type="body"/>
          </p:nvPr>
        </p:nvSpPr>
        <p:spPr>
          <a:xfrm>
            <a:off x="228600" y="717550"/>
            <a:ext cx="1504200" cy="2345700"/>
          </a:xfrm>
          <a:prstGeom prst="rect">
            <a:avLst/>
          </a:prstGeom>
          <a:noFill/>
          <a:ln>
            <a:noFill/>
          </a:ln>
        </p:spPr>
        <p:txBody>
          <a:bodyPr anchorCtr="0" anchor="t" bIns="22850" lIns="45725" spcFirstLastPara="1" rIns="45725" wrap="square" tIns="22850">
            <a:normAutofit/>
          </a:bodyPr>
          <a:lstStyle>
            <a:lvl1pPr indent="-228600" lvl="0" marL="457200" algn="l">
              <a:lnSpc>
                <a:spcPct val="100000"/>
              </a:lnSpc>
              <a:spcBef>
                <a:spcPts val="100"/>
              </a:spcBef>
              <a:spcAft>
                <a:spcPts val="0"/>
              </a:spcAft>
              <a:buClr>
                <a:schemeClr val="dk1"/>
              </a:buClr>
              <a:buSzPts val="700"/>
              <a:buNone/>
              <a:defRPr sz="700"/>
            </a:lvl1pPr>
            <a:lvl2pPr indent="-228600" lvl="1" marL="914400" algn="l">
              <a:lnSpc>
                <a:spcPct val="100000"/>
              </a:lnSpc>
              <a:spcBef>
                <a:spcPts val="100"/>
              </a:spcBef>
              <a:spcAft>
                <a:spcPts val="0"/>
              </a:spcAft>
              <a:buClr>
                <a:schemeClr val="dk1"/>
              </a:buClr>
              <a:buSzPts val="600"/>
              <a:buNone/>
              <a:defRPr sz="600"/>
            </a:lvl2pPr>
            <a:lvl3pPr indent="-228600" lvl="2" marL="1371600" algn="l">
              <a:lnSpc>
                <a:spcPct val="100000"/>
              </a:lnSpc>
              <a:spcBef>
                <a:spcPts val="100"/>
              </a:spcBef>
              <a:spcAft>
                <a:spcPts val="0"/>
              </a:spcAft>
              <a:buClr>
                <a:schemeClr val="dk1"/>
              </a:buClr>
              <a:buSzPts val="500"/>
              <a:buNone/>
              <a:defRPr sz="500"/>
            </a:lvl3pPr>
            <a:lvl4pPr indent="-228600" lvl="3" marL="1828800" algn="l">
              <a:lnSpc>
                <a:spcPct val="100000"/>
              </a:lnSpc>
              <a:spcBef>
                <a:spcPts val="100"/>
              </a:spcBef>
              <a:spcAft>
                <a:spcPts val="0"/>
              </a:spcAft>
              <a:buClr>
                <a:schemeClr val="dk1"/>
              </a:buClr>
              <a:buSzPts val="500"/>
              <a:buNone/>
              <a:defRPr sz="500"/>
            </a:lvl4pPr>
            <a:lvl5pPr indent="-228600" lvl="4" marL="2286000" algn="l">
              <a:lnSpc>
                <a:spcPct val="100000"/>
              </a:lnSpc>
              <a:spcBef>
                <a:spcPts val="100"/>
              </a:spcBef>
              <a:spcAft>
                <a:spcPts val="0"/>
              </a:spcAft>
              <a:buClr>
                <a:schemeClr val="dk1"/>
              </a:buClr>
              <a:buSzPts val="500"/>
              <a:buNone/>
              <a:defRPr sz="500"/>
            </a:lvl5pPr>
            <a:lvl6pPr indent="-228600" lvl="5" marL="2743200" algn="l">
              <a:lnSpc>
                <a:spcPct val="100000"/>
              </a:lnSpc>
              <a:spcBef>
                <a:spcPts val="100"/>
              </a:spcBef>
              <a:spcAft>
                <a:spcPts val="0"/>
              </a:spcAft>
              <a:buClr>
                <a:schemeClr val="dk1"/>
              </a:buClr>
              <a:buSzPts val="500"/>
              <a:buNone/>
              <a:defRPr sz="500"/>
            </a:lvl6pPr>
            <a:lvl7pPr indent="-228600" lvl="6" marL="3200400" algn="l">
              <a:lnSpc>
                <a:spcPct val="100000"/>
              </a:lnSpc>
              <a:spcBef>
                <a:spcPts val="100"/>
              </a:spcBef>
              <a:spcAft>
                <a:spcPts val="0"/>
              </a:spcAft>
              <a:buClr>
                <a:schemeClr val="dk1"/>
              </a:buClr>
              <a:buSzPts val="500"/>
              <a:buNone/>
              <a:defRPr sz="500"/>
            </a:lvl7pPr>
            <a:lvl8pPr indent="-228600" lvl="7" marL="3657600" algn="l">
              <a:lnSpc>
                <a:spcPct val="100000"/>
              </a:lnSpc>
              <a:spcBef>
                <a:spcPts val="100"/>
              </a:spcBef>
              <a:spcAft>
                <a:spcPts val="0"/>
              </a:spcAft>
              <a:buClr>
                <a:schemeClr val="dk1"/>
              </a:buClr>
              <a:buSzPts val="500"/>
              <a:buNone/>
              <a:defRPr sz="500"/>
            </a:lvl8pPr>
            <a:lvl9pPr indent="-228600" lvl="8" marL="4114800" algn="l">
              <a:lnSpc>
                <a:spcPct val="100000"/>
              </a:lnSpc>
              <a:spcBef>
                <a:spcPts val="100"/>
              </a:spcBef>
              <a:spcAft>
                <a:spcPts val="0"/>
              </a:spcAft>
              <a:buClr>
                <a:schemeClr val="dk1"/>
              </a:buClr>
              <a:buSzPts val="500"/>
              <a:buNone/>
              <a:defRPr sz="500"/>
            </a:lvl9pPr>
          </a:lstStyle>
          <a:p/>
        </p:txBody>
      </p:sp>
      <p:sp>
        <p:nvSpPr>
          <p:cNvPr id="103" name="Google Shape;103;p42"/>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04" name="Google Shape;104;p42"/>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05" name="Google Shape;105;p42"/>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43"/>
          <p:cNvSpPr txBox="1"/>
          <p:nvPr>
            <p:ph type="title"/>
          </p:nvPr>
        </p:nvSpPr>
        <p:spPr>
          <a:xfrm>
            <a:off x="896144" y="2400300"/>
            <a:ext cx="2743200" cy="283500"/>
          </a:xfrm>
          <a:prstGeom prst="rect">
            <a:avLst/>
          </a:prstGeom>
          <a:noFill/>
          <a:ln>
            <a:noFill/>
          </a:ln>
        </p:spPr>
        <p:txBody>
          <a:bodyPr anchorCtr="0" anchor="b" bIns="22850" lIns="45725" spcFirstLastPara="1" rIns="45725" wrap="square" tIns="22850">
            <a:normAutofit/>
          </a:bodyPr>
          <a:lstStyle>
            <a:lvl1pPr lvl="0" algn="l">
              <a:lnSpc>
                <a:spcPct val="100000"/>
              </a:lnSpc>
              <a:spcBef>
                <a:spcPts val="0"/>
              </a:spcBef>
              <a:spcAft>
                <a:spcPts val="0"/>
              </a:spcAft>
              <a:buClr>
                <a:schemeClr val="dk1"/>
              </a:buClr>
              <a:buSzPts val="1000"/>
              <a:buFont typeface="Calibri"/>
              <a:buNone/>
              <a:defRPr b="1" sz="1000"/>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08" name="Google Shape;108;p43"/>
          <p:cNvSpPr/>
          <p:nvPr>
            <p:ph idx="2" type="pic"/>
          </p:nvPr>
        </p:nvSpPr>
        <p:spPr>
          <a:xfrm>
            <a:off x="896144" y="306388"/>
            <a:ext cx="2743200" cy="2057400"/>
          </a:xfrm>
          <a:prstGeom prst="rect">
            <a:avLst/>
          </a:prstGeom>
          <a:noFill/>
          <a:ln>
            <a:noFill/>
          </a:ln>
        </p:spPr>
      </p:sp>
      <p:sp>
        <p:nvSpPr>
          <p:cNvPr id="109" name="Google Shape;109;p43"/>
          <p:cNvSpPr txBox="1"/>
          <p:nvPr>
            <p:ph idx="1" type="body"/>
          </p:nvPr>
        </p:nvSpPr>
        <p:spPr>
          <a:xfrm>
            <a:off x="896144" y="2683669"/>
            <a:ext cx="2743200" cy="402600"/>
          </a:xfrm>
          <a:prstGeom prst="rect">
            <a:avLst/>
          </a:prstGeom>
          <a:noFill/>
          <a:ln>
            <a:noFill/>
          </a:ln>
        </p:spPr>
        <p:txBody>
          <a:bodyPr anchorCtr="0" anchor="t" bIns="22850" lIns="45725" spcFirstLastPara="1" rIns="45725" wrap="square" tIns="22850">
            <a:normAutofit/>
          </a:bodyPr>
          <a:lstStyle>
            <a:lvl1pPr indent="-228600" lvl="0" marL="457200" algn="l">
              <a:lnSpc>
                <a:spcPct val="100000"/>
              </a:lnSpc>
              <a:spcBef>
                <a:spcPts val="100"/>
              </a:spcBef>
              <a:spcAft>
                <a:spcPts val="0"/>
              </a:spcAft>
              <a:buClr>
                <a:schemeClr val="dk1"/>
              </a:buClr>
              <a:buSzPts val="700"/>
              <a:buNone/>
              <a:defRPr sz="700"/>
            </a:lvl1pPr>
            <a:lvl2pPr indent="-228600" lvl="1" marL="914400" algn="l">
              <a:lnSpc>
                <a:spcPct val="100000"/>
              </a:lnSpc>
              <a:spcBef>
                <a:spcPts val="100"/>
              </a:spcBef>
              <a:spcAft>
                <a:spcPts val="0"/>
              </a:spcAft>
              <a:buClr>
                <a:schemeClr val="dk1"/>
              </a:buClr>
              <a:buSzPts val="600"/>
              <a:buNone/>
              <a:defRPr sz="600"/>
            </a:lvl2pPr>
            <a:lvl3pPr indent="-228600" lvl="2" marL="1371600" algn="l">
              <a:lnSpc>
                <a:spcPct val="100000"/>
              </a:lnSpc>
              <a:spcBef>
                <a:spcPts val="100"/>
              </a:spcBef>
              <a:spcAft>
                <a:spcPts val="0"/>
              </a:spcAft>
              <a:buClr>
                <a:schemeClr val="dk1"/>
              </a:buClr>
              <a:buSzPts val="500"/>
              <a:buNone/>
              <a:defRPr sz="500"/>
            </a:lvl3pPr>
            <a:lvl4pPr indent="-228600" lvl="3" marL="1828800" algn="l">
              <a:lnSpc>
                <a:spcPct val="100000"/>
              </a:lnSpc>
              <a:spcBef>
                <a:spcPts val="100"/>
              </a:spcBef>
              <a:spcAft>
                <a:spcPts val="0"/>
              </a:spcAft>
              <a:buClr>
                <a:schemeClr val="dk1"/>
              </a:buClr>
              <a:buSzPts val="500"/>
              <a:buNone/>
              <a:defRPr sz="500"/>
            </a:lvl4pPr>
            <a:lvl5pPr indent="-228600" lvl="4" marL="2286000" algn="l">
              <a:lnSpc>
                <a:spcPct val="100000"/>
              </a:lnSpc>
              <a:spcBef>
                <a:spcPts val="100"/>
              </a:spcBef>
              <a:spcAft>
                <a:spcPts val="0"/>
              </a:spcAft>
              <a:buClr>
                <a:schemeClr val="dk1"/>
              </a:buClr>
              <a:buSzPts val="500"/>
              <a:buNone/>
              <a:defRPr sz="500"/>
            </a:lvl5pPr>
            <a:lvl6pPr indent="-228600" lvl="5" marL="2743200" algn="l">
              <a:lnSpc>
                <a:spcPct val="100000"/>
              </a:lnSpc>
              <a:spcBef>
                <a:spcPts val="100"/>
              </a:spcBef>
              <a:spcAft>
                <a:spcPts val="0"/>
              </a:spcAft>
              <a:buClr>
                <a:schemeClr val="dk1"/>
              </a:buClr>
              <a:buSzPts val="500"/>
              <a:buNone/>
              <a:defRPr sz="500"/>
            </a:lvl6pPr>
            <a:lvl7pPr indent="-228600" lvl="6" marL="3200400" algn="l">
              <a:lnSpc>
                <a:spcPct val="100000"/>
              </a:lnSpc>
              <a:spcBef>
                <a:spcPts val="100"/>
              </a:spcBef>
              <a:spcAft>
                <a:spcPts val="0"/>
              </a:spcAft>
              <a:buClr>
                <a:schemeClr val="dk1"/>
              </a:buClr>
              <a:buSzPts val="500"/>
              <a:buNone/>
              <a:defRPr sz="500"/>
            </a:lvl7pPr>
            <a:lvl8pPr indent="-228600" lvl="7" marL="3657600" algn="l">
              <a:lnSpc>
                <a:spcPct val="100000"/>
              </a:lnSpc>
              <a:spcBef>
                <a:spcPts val="100"/>
              </a:spcBef>
              <a:spcAft>
                <a:spcPts val="0"/>
              </a:spcAft>
              <a:buClr>
                <a:schemeClr val="dk1"/>
              </a:buClr>
              <a:buSzPts val="500"/>
              <a:buNone/>
              <a:defRPr sz="500"/>
            </a:lvl8pPr>
            <a:lvl9pPr indent="-228600" lvl="8" marL="4114800" algn="l">
              <a:lnSpc>
                <a:spcPct val="100000"/>
              </a:lnSpc>
              <a:spcBef>
                <a:spcPts val="100"/>
              </a:spcBef>
              <a:spcAft>
                <a:spcPts val="0"/>
              </a:spcAft>
              <a:buClr>
                <a:schemeClr val="dk1"/>
              </a:buClr>
              <a:buSzPts val="500"/>
              <a:buNone/>
              <a:defRPr sz="500"/>
            </a:lvl9pPr>
          </a:lstStyle>
          <a:p/>
        </p:txBody>
      </p:sp>
      <p:sp>
        <p:nvSpPr>
          <p:cNvPr id="110" name="Google Shape;110;p43"/>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11" name="Google Shape;111;p43"/>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12" name="Google Shape;112;p43"/>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44"/>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9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15" name="Google Shape;115;p44"/>
          <p:cNvSpPr txBox="1"/>
          <p:nvPr>
            <p:ph idx="1" type="body"/>
          </p:nvPr>
        </p:nvSpPr>
        <p:spPr>
          <a:xfrm rot="5400000">
            <a:off x="1154400" y="-125700"/>
            <a:ext cx="2263200" cy="4114800"/>
          </a:xfrm>
          <a:prstGeom prst="rect">
            <a:avLst/>
          </a:prstGeom>
          <a:noFill/>
          <a:ln>
            <a:noFill/>
          </a:ln>
        </p:spPr>
        <p:txBody>
          <a:bodyPr anchorCtr="0" anchor="t" bIns="22850" lIns="45725" spcFirstLastPara="1" rIns="45725" wrap="square" tIns="22850">
            <a:normAutofit/>
          </a:bodyPr>
          <a:lstStyle>
            <a:lvl1pPr indent="-285750" lvl="0" marL="457200" algn="l">
              <a:lnSpc>
                <a:spcPct val="100000"/>
              </a:lnSpc>
              <a:spcBef>
                <a:spcPts val="200"/>
              </a:spcBef>
              <a:spcAft>
                <a:spcPts val="0"/>
              </a:spcAft>
              <a:buClr>
                <a:schemeClr val="dk1"/>
              </a:buClr>
              <a:buSzPts val="900"/>
              <a:buChar char="•"/>
              <a:defRPr/>
            </a:lvl1pPr>
            <a:lvl2pPr indent="-285750" lvl="1" marL="914400" algn="l">
              <a:lnSpc>
                <a:spcPct val="100000"/>
              </a:lnSpc>
              <a:spcBef>
                <a:spcPts val="200"/>
              </a:spcBef>
              <a:spcAft>
                <a:spcPts val="0"/>
              </a:spcAft>
              <a:buClr>
                <a:schemeClr val="dk1"/>
              </a:buClr>
              <a:buSzPts val="900"/>
              <a:buChar char="–"/>
              <a:defRPr/>
            </a:lvl2pPr>
            <a:lvl3pPr indent="-285750" lvl="2" marL="1371600" algn="l">
              <a:lnSpc>
                <a:spcPct val="100000"/>
              </a:lnSpc>
              <a:spcBef>
                <a:spcPts val="200"/>
              </a:spcBef>
              <a:spcAft>
                <a:spcPts val="0"/>
              </a:spcAft>
              <a:buClr>
                <a:schemeClr val="dk1"/>
              </a:buClr>
              <a:buSzPts val="900"/>
              <a:buChar char="•"/>
              <a:defRPr/>
            </a:lvl3pPr>
            <a:lvl4pPr indent="-285750" lvl="3" marL="1828800" algn="l">
              <a:lnSpc>
                <a:spcPct val="100000"/>
              </a:lnSpc>
              <a:spcBef>
                <a:spcPts val="200"/>
              </a:spcBef>
              <a:spcAft>
                <a:spcPts val="0"/>
              </a:spcAft>
              <a:buClr>
                <a:schemeClr val="dk1"/>
              </a:buClr>
              <a:buSzPts val="900"/>
              <a:buChar char="–"/>
              <a:defRPr/>
            </a:lvl4pPr>
            <a:lvl5pPr indent="-285750" lvl="4" marL="2286000" algn="l">
              <a:lnSpc>
                <a:spcPct val="100000"/>
              </a:lnSpc>
              <a:spcBef>
                <a:spcPts val="200"/>
              </a:spcBef>
              <a:spcAft>
                <a:spcPts val="0"/>
              </a:spcAft>
              <a:buClr>
                <a:schemeClr val="dk1"/>
              </a:buClr>
              <a:buSzPts val="900"/>
              <a:buChar char="»"/>
              <a:defRPr/>
            </a:lvl5pPr>
            <a:lvl6pPr indent="-285750" lvl="5" marL="2743200" algn="l">
              <a:lnSpc>
                <a:spcPct val="100000"/>
              </a:lnSpc>
              <a:spcBef>
                <a:spcPts val="200"/>
              </a:spcBef>
              <a:spcAft>
                <a:spcPts val="0"/>
              </a:spcAft>
              <a:buClr>
                <a:schemeClr val="dk1"/>
              </a:buClr>
              <a:buSzPts val="900"/>
              <a:buChar char="•"/>
              <a:defRPr/>
            </a:lvl6pPr>
            <a:lvl7pPr indent="-285750" lvl="6" marL="3200400" algn="l">
              <a:lnSpc>
                <a:spcPct val="100000"/>
              </a:lnSpc>
              <a:spcBef>
                <a:spcPts val="200"/>
              </a:spcBef>
              <a:spcAft>
                <a:spcPts val="0"/>
              </a:spcAft>
              <a:buClr>
                <a:schemeClr val="dk1"/>
              </a:buClr>
              <a:buSzPts val="900"/>
              <a:buChar char="•"/>
              <a:defRPr/>
            </a:lvl7pPr>
            <a:lvl8pPr indent="-285750" lvl="7" marL="3657600" algn="l">
              <a:lnSpc>
                <a:spcPct val="100000"/>
              </a:lnSpc>
              <a:spcBef>
                <a:spcPts val="200"/>
              </a:spcBef>
              <a:spcAft>
                <a:spcPts val="0"/>
              </a:spcAft>
              <a:buClr>
                <a:schemeClr val="dk1"/>
              </a:buClr>
              <a:buSzPts val="900"/>
              <a:buChar char="•"/>
              <a:defRPr/>
            </a:lvl8pPr>
            <a:lvl9pPr indent="-285750" lvl="8" marL="4114800" algn="l">
              <a:lnSpc>
                <a:spcPct val="100000"/>
              </a:lnSpc>
              <a:spcBef>
                <a:spcPts val="200"/>
              </a:spcBef>
              <a:spcAft>
                <a:spcPts val="0"/>
              </a:spcAft>
              <a:buClr>
                <a:schemeClr val="dk1"/>
              </a:buClr>
              <a:buSzPts val="900"/>
              <a:buChar char="•"/>
              <a:defRPr/>
            </a:lvl9pPr>
          </a:lstStyle>
          <a:p/>
        </p:txBody>
      </p:sp>
      <p:sp>
        <p:nvSpPr>
          <p:cNvPr id="116" name="Google Shape;116;p44"/>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17" name="Google Shape;117;p44"/>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18" name="Google Shape;118;p44"/>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45"/>
          <p:cNvSpPr txBox="1"/>
          <p:nvPr>
            <p:ph type="title"/>
          </p:nvPr>
        </p:nvSpPr>
        <p:spPr>
          <a:xfrm rot="5400000">
            <a:off x="2366100" y="1085919"/>
            <a:ext cx="2925900" cy="1028700"/>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9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21" name="Google Shape;121;p45"/>
          <p:cNvSpPr txBox="1"/>
          <p:nvPr>
            <p:ph idx="1" type="body"/>
          </p:nvPr>
        </p:nvSpPr>
        <p:spPr>
          <a:xfrm rot="5400000">
            <a:off x="270600" y="95319"/>
            <a:ext cx="2925900" cy="3009900"/>
          </a:xfrm>
          <a:prstGeom prst="rect">
            <a:avLst/>
          </a:prstGeom>
          <a:noFill/>
          <a:ln>
            <a:noFill/>
          </a:ln>
        </p:spPr>
        <p:txBody>
          <a:bodyPr anchorCtr="0" anchor="t" bIns="22850" lIns="45725" spcFirstLastPara="1" rIns="45725" wrap="square" tIns="22850">
            <a:normAutofit/>
          </a:bodyPr>
          <a:lstStyle>
            <a:lvl1pPr indent="-285750" lvl="0" marL="457200" algn="l">
              <a:lnSpc>
                <a:spcPct val="100000"/>
              </a:lnSpc>
              <a:spcBef>
                <a:spcPts val="200"/>
              </a:spcBef>
              <a:spcAft>
                <a:spcPts val="0"/>
              </a:spcAft>
              <a:buClr>
                <a:schemeClr val="dk1"/>
              </a:buClr>
              <a:buSzPts val="900"/>
              <a:buChar char="•"/>
              <a:defRPr/>
            </a:lvl1pPr>
            <a:lvl2pPr indent="-285750" lvl="1" marL="914400" algn="l">
              <a:lnSpc>
                <a:spcPct val="100000"/>
              </a:lnSpc>
              <a:spcBef>
                <a:spcPts val="200"/>
              </a:spcBef>
              <a:spcAft>
                <a:spcPts val="0"/>
              </a:spcAft>
              <a:buClr>
                <a:schemeClr val="dk1"/>
              </a:buClr>
              <a:buSzPts val="900"/>
              <a:buChar char="–"/>
              <a:defRPr/>
            </a:lvl2pPr>
            <a:lvl3pPr indent="-285750" lvl="2" marL="1371600" algn="l">
              <a:lnSpc>
                <a:spcPct val="100000"/>
              </a:lnSpc>
              <a:spcBef>
                <a:spcPts val="200"/>
              </a:spcBef>
              <a:spcAft>
                <a:spcPts val="0"/>
              </a:spcAft>
              <a:buClr>
                <a:schemeClr val="dk1"/>
              </a:buClr>
              <a:buSzPts val="900"/>
              <a:buChar char="•"/>
              <a:defRPr/>
            </a:lvl3pPr>
            <a:lvl4pPr indent="-285750" lvl="3" marL="1828800" algn="l">
              <a:lnSpc>
                <a:spcPct val="100000"/>
              </a:lnSpc>
              <a:spcBef>
                <a:spcPts val="200"/>
              </a:spcBef>
              <a:spcAft>
                <a:spcPts val="0"/>
              </a:spcAft>
              <a:buClr>
                <a:schemeClr val="dk1"/>
              </a:buClr>
              <a:buSzPts val="900"/>
              <a:buChar char="–"/>
              <a:defRPr/>
            </a:lvl4pPr>
            <a:lvl5pPr indent="-285750" lvl="4" marL="2286000" algn="l">
              <a:lnSpc>
                <a:spcPct val="100000"/>
              </a:lnSpc>
              <a:spcBef>
                <a:spcPts val="200"/>
              </a:spcBef>
              <a:spcAft>
                <a:spcPts val="0"/>
              </a:spcAft>
              <a:buClr>
                <a:schemeClr val="dk1"/>
              </a:buClr>
              <a:buSzPts val="900"/>
              <a:buChar char="»"/>
              <a:defRPr/>
            </a:lvl5pPr>
            <a:lvl6pPr indent="-285750" lvl="5" marL="2743200" algn="l">
              <a:lnSpc>
                <a:spcPct val="100000"/>
              </a:lnSpc>
              <a:spcBef>
                <a:spcPts val="200"/>
              </a:spcBef>
              <a:spcAft>
                <a:spcPts val="0"/>
              </a:spcAft>
              <a:buClr>
                <a:schemeClr val="dk1"/>
              </a:buClr>
              <a:buSzPts val="900"/>
              <a:buChar char="•"/>
              <a:defRPr/>
            </a:lvl6pPr>
            <a:lvl7pPr indent="-285750" lvl="6" marL="3200400" algn="l">
              <a:lnSpc>
                <a:spcPct val="100000"/>
              </a:lnSpc>
              <a:spcBef>
                <a:spcPts val="200"/>
              </a:spcBef>
              <a:spcAft>
                <a:spcPts val="0"/>
              </a:spcAft>
              <a:buClr>
                <a:schemeClr val="dk1"/>
              </a:buClr>
              <a:buSzPts val="900"/>
              <a:buChar char="•"/>
              <a:defRPr/>
            </a:lvl7pPr>
            <a:lvl8pPr indent="-285750" lvl="7" marL="3657600" algn="l">
              <a:lnSpc>
                <a:spcPct val="100000"/>
              </a:lnSpc>
              <a:spcBef>
                <a:spcPts val="200"/>
              </a:spcBef>
              <a:spcAft>
                <a:spcPts val="0"/>
              </a:spcAft>
              <a:buClr>
                <a:schemeClr val="dk1"/>
              </a:buClr>
              <a:buSzPts val="900"/>
              <a:buChar char="•"/>
              <a:defRPr/>
            </a:lvl8pPr>
            <a:lvl9pPr indent="-285750" lvl="8" marL="4114800" algn="l">
              <a:lnSpc>
                <a:spcPct val="100000"/>
              </a:lnSpc>
              <a:spcBef>
                <a:spcPts val="200"/>
              </a:spcBef>
              <a:spcAft>
                <a:spcPts val="0"/>
              </a:spcAft>
              <a:buClr>
                <a:schemeClr val="dk1"/>
              </a:buClr>
              <a:buSzPts val="900"/>
              <a:buChar char="•"/>
              <a:defRPr/>
            </a:lvl9pPr>
          </a:lstStyle>
          <a:p/>
        </p:txBody>
      </p:sp>
      <p:sp>
        <p:nvSpPr>
          <p:cNvPr id="122" name="Google Shape;122;p45"/>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23" name="Google Shape;123;p45"/>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124" name="Google Shape;124;p45"/>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2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2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25"/>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marR="0" rtl="0" algn="ctr">
              <a:lnSpc>
                <a:spcPct val="100000"/>
              </a:lnSpc>
              <a:spcBef>
                <a:spcPts val="0"/>
              </a:spcBef>
              <a:spcAft>
                <a:spcPts val="0"/>
              </a:spcAft>
              <a:buClr>
                <a:schemeClr val="dk1"/>
              </a:buClr>
              <a:buSzPts val="2200"/>
              <a:buFont typeface="Calibri"/>
              <a:buNone/>
              <a:defRPr b="0" i="0" sz="2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9pPr>
          </a:lstStyle>
          <a:p/>
        </p:txBody>
      </p:sp>
      <p:sp>
        <p:nvSpPr>
          <p:cNvPr id="52" name="Google Shape;52;p25"/>
          <p:cNvSpPr txBox="1"/>
          <p:nvPr>
            <p:ph idx="1" type="body"/>
          </p:nvPr>
        </p:nvSpPr>
        <p:spPr>
          <a:xfrm>
            <a:off x="228600" y="800100"/>
            <a:ext cx="4114800" cy="2263200"/>
          </a:xfrm>
          <a:prstGeom prst="rect">
            <a:avLst/>
          </a:prstGeom>
          <a:noFill/>
          <a:ln>
            <a:noFill/>
          </a:ln>
        </p:spPr>
        <p:txBody>
          <a:bodyPr anchorCtr="0" anchor="t" bIns="22850" lIns="45725" spcFirstLastPara="1" rIns="45725" wrap="square" tIns="22850">
            <a:normAutofit/>
          </a:bodyPr>
          <a:lstStyle>
            <a:lvl1pPr indent="-330200" lvl="0" marL="457200" marR="0" rtl="0" algn="l">
              <a:lnSpc>
                <a:spcPct val="100000"/>
              </a:lnSpc>
              <a:spcBef>
                <a:spcPts val="3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1pPr>
            <a:lvl2pPr indent="-317500" lvl="1" marL="914400" marR="0" rtl="0" algn="l">
              <a:lnSpc>
                <a:spcPct val="100000"/>
              </a:lnSpc>
              <a:spcBef>
                <a:spcPts val="3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2pPr>
            <a:lvl3pPr indent="-304800" lvl="2" marL="1371600" marR="0" rtl="0" algn="l">
              <a:lnSpc>
                <a:spcPct val="100000"/>
              </a:lnSpc>
              <a:spcBef>
                <a:spcPts val="20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3pPr>
            <a:lvl4pPr indent="-292100" lvl="3" marL="1828800" marR="0" rtl="0" algn="l">
              <a:lnSpc>
                <a:spcPct val="100000"/>
              </a:lnSpc>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4pPr>
            <a:lvl5pPr indent="-292100" lvl="4" marL="2286000" marR="0" rtl="0" algn="l">
              <a:lnSpc>
                <a:spcPct val="100000"/>
              </a:lnSpc>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5pPr>
            <a:lvl6pPr indent="-292100" lvl="5" marL="2743200" marR="0" rtl="0" algn="l">
              <a:lnSpc>
                <a:spcPct val="100000"/>
              </a:lnSpc>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6pPr>
            <a:lvl7pPr indent="-292100" lvl="6" marL="3200400" marR="0" rtl="0" algn="l">
              <a:lnSpc>
                <a:spcPct val="100000"/>
              </a:lnSpc>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7pPr>
            <a:lvl8pPr indent="-292100" lvl="7" marL="3657600" marR="0" rtl="0" algn="l">
              <a:lnSpc>
                <a:spcPct val="100000"/>
              </a:lnSpc>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8pPr>
            <a:lvl9pPr indent="-292100" lvl="8" marL="4114800" marR="0" rtl="0" algn="l">
              <a:lnSpc>
                <a:spcPct val="100000"/>
              </a:lnSpc>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9pPr>
          </a:lstStyle>
          <a:p/>
        </p:txBody>
      </p:sp>
      <p:sp>
        <p:nvSpPr>
          <p:cNvPr id="53" name="Google Shape;53;p25"/>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marR="0" rtl="0" algn="l">
              <a:lnSpc>
                <a:spcPct val="100000"/>
              </a:lnSpc>
              <a:spcBef>
                <a:spcPts val="0"/>
              </a:spcBef>
              <a:spcAft>
                <a:spcPts val="0"/>
              </a:spcAft>
              <a:buClr>
                <a:srgbClr val="000000"/>
              </a:buClr>
              <a:buSzPts val="700"/>
              <a:buFont typeface="Arial"/>
              <a:buNone/>
              <a:defRPr b="0" i="0" sz="6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9pPr>
          </a:lstStyle>
          <a:p/>
        </p:txBody>
      </p:sp>
      <p:sp>
        <p:nvSpPr>
          <p:cNvPr id="54" name="Google Shape;54;p25"/>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marR="0" rtl="0" algn="ctr">
              <a:lnSpc>
                <a:spcPct val="100000"/>
              </a:lnSpc>
              <a:spcBef>
                <a:spcPts val="0"/>
              </a:spcBef>
              <a:spcAft>
                <a:spcPts val="0"/>
              </a:spcAft>
              <a:buClr>
                <a:srgbClr val="000000"/>
              </a:buClr>
              <a:buSzPts val="700"/>
              <a:buFont typeface="Arial"/>
              <a:buNone/>
              <a:defRPr b="0" i="0" sz="6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700"/>
              <a:buFont typeface="Arial"/>
              <a:buNone/>
              <a:defRPr b="0" i="0" sz="900" u="none" cap="none" strike="noStrike">
                <a:solidFill>
                  <a:schemeClr val="dk1"/>
                </a:solidFill>
                <a:latin typeface="Calibri"/>
                <a:ea typeface="Calibri"/>
                <a:cs typeface="Calibri"/>
                <a:sym typeface="Calibri"/>
              </a:defRPr>
            </a:lvl9pPr>
          </a:lstStyle>
          <a:p/>
        </p:txBody>
      </p:sp>
      <p:sp>
        <p:nvSpPr>
          <p:cNvPr id="55" name="Google Shape;55;p25"/>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spd="med">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10.png"/><Relationship Id="rId6" Type="http://schemas.openxmlformats.org/officeDocument/2006/relationships/hyperlink" Target="https://youtu.be/68PQ6FBZq88" TargetMode="External"/><Relationship Id="rId7"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3.png"/><Relationship Id="rId7"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15.png"/><Relationship Id="rId5" Type="http://schemas.openxmlformats.org/officeDocument/2006/relationships/image" Target="../media/image20.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22.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16.png"/><Relationship Id="rId4" Type="http://schemas.openxmlformats.org/officeDocument/2006/relationships/image" Target="../media/image14.png"/><Relationship Id="rId5" Type="http://schemas.openxmlformats.org/officeDocument/2006/relationships/image" Target="../media/image17.png"/><Relationship Id="rId6" Type="http://schemas.openxmlformats.org/officeDocument/2006/relationships/image" Target="../media/image19.png"/><Relationship Id="rId7" Type="http://schemas.openxmlformats.org/officeDocument/2006/relationships/image" Target="../media/image31.png"/><Relationship Id="rId8"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24.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25.png"/><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0.png"/><Relationship Id="rId4" Type="http://schemas.openxmlformats.org/officeDocument/2006/relationships/image" Target="../media/image26.png"/><Relationship Id="rId5" Type="http://schemas.openxmlformats.org/officeDocument/2006/relationships/image" Target="../media/image2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0.png"/><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pic>
        <p:nvPicPr>
          <p:cNvPr id="129" name="Google Shape;129;p1"/>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graphicFrame>
        <p:nvGraphicFramePr>
          <p:cNvPr id="130" name="Google Shape;130;p1"/>
          <p:cNvGraphicFramePr/>
          <p:nvPr/>
        </p:nvGraphicFramePr>
        <p:xfrm>
          <a:off x="3764250" y="970025"/>
          <a:ext cx="3000000" cy="3000000"/>
        </p:xfrm>
        <a:graphic>
          <a:graphicData uri="http://schemas.openxmlformats.org/drawingml/2006/table">
            <a:tbl>
              <a:tblPr>
                <a:noFill/>
                <a:tableStyleId>{D0B20B2C-C2F6-4E37-936A-A2E0F494F7D4}</a:tableStyleId>
              </a:tblPr>
              <a:tblGrid>
                <a:gridCol w="2161575"/>
                <a:gridCol w="3092950"/>
              </a:tblGrid>
              <a:tr h="322450">
                <a:tc>
                  <a:txBody>
                    <a:bodyPr/>
                    <a:lstStyle/>
                    <a:p>
                      <a:pPr indent="0" lvl="0" marL="0" marR="0" rtl="0" algn="l">
                        <a:lnSpc>
                          <a:spcPct val="100000"/>
                        </a:lnSpc>
                        <a:spcBef>
                          <a:spcPts val="0"/>
                        </a:spcBef>
                        <a:spcAft>
                          <a:spcPts val="0"/>
                        </a:spcAft>
                        <a:buClr>
                          <a:srgbClr val="000000"/>
                        </a:buClr>
                        <a:buSzPts val="1400"/>
                        <a:buFont typeface="Arial"/>
                        <a:buNone/>
                      </a:pPr>
                      <a:r>
                        <a:rPr b="1" lang="es" sz="1400" u="none" cap="none" strike="noStrike">
                          <a:solidFill>
                            <a:schemeClr val="dk1"/>
                          </a:solidFill>
                        </a:rPr>
                        <a:t>Día, Fecha:</a:t>
                      </a:r>
                      <a:endParaRPr b="1" sz="1400" u="none" cap="none" strike="noStrike">
                        <a:solidFill>
                          <a:schemeClr val="dk1"/>
                        </a:solidFill>
                      </a:endParaRPr>
                    </a:p>
                  </a:txBody>
                  <a:tcPr marT="91425" marB="91425" marR="91425" marL="91425"/>
                </a:tc>
                <a:tc>
                  <a:txBody>
                    <a:bodyPr/>
                    <a:lstStyle/>
                    <a:p>
                      <a:pPr indent="0" lvl="0" marL="0" rtl="0" algn="l">
                        <a:spcBef>
                          <a:spcPts val="0"/>
                        </a:spcBef>
                        <a:spcAft>
                          <a:spcPts val="0"/>
                        </a:spcAft>
                        <a:buClr>
                          <a:schemeClr val="dk1"/>
                        </a:buClr>
                        <a:buSzPts val="1400"/>
                        <a:buFont typeface="Arial"/>
                        <a:buNone/>
                      </a:pPr>
                      <a:r>
                        <a:rPr b="1" lang="es">
                          <a:solidFill>
                            <a:schemeClr val="dk1"/>
                          </a:solidFill>
                        </a:rPr>
                        <a:t>Martes xx de xxxx de 2026</a:t>
                      </a:r>
                      <a:endParaRPr b="1" sz="1400" u="none" cap="none" strike="noStrike"/>
                    </a:p>
                  </a:txBody>
                  <a:tcPr marT="91425" marB="91425" marR="91425" marL="91425"/>
                </a:tc>
              </a:tr>
              <a:tr h="363100">
                <a:tc>
                  <a:txBody>
                    <a:bodyPr/>
                    <a:lstStyle/>
                    <a:p>
                      <a:pPr indent="0" lvl="0" marL="0" marR="0" rtl="0" algn="l">
                        <a:lnSpc>
                          <a:spcPct val="100000"/>
                        </a:lnSpc>
                        <a:spcBef>
                          <a:spcPts val="0"/>
                        </a:spcBef>
                        <a:spcAft>
                          <a:spcPts val="0"/>
                        </a:spcAft>
                        <a:buClr>
                          <a:srgbClr val="000000"/>
                        </a:buClr>
                        <a:buSzPts val="1400"/>
                        <a:buFont typeface="Arial"/>
                        <a:buNone/>
                      </a:pPr>
                      <a:r>
                        <a:rPr b="1" lang="es" sz="1400" u="none" cap="none" strike="noStrike">
                          <a:solidFill>
                            <a:schemeClr val="dk1"/>
                          </a:solidFill>
                        </a:rPr>
                        <a:t>Hora de inicio:</a:t>
                      </a:r>
                      <a:endParaRPr b="1"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s" sz="1400" u="none" cap="none" strike="noStrike"/>
                        <a:t>09:00 - 10:40</a:t>
                      </a:r>
                      <a:endParaRPr b="1" sz="1400" u="none" cap="none" strike="noStrike"/>
                    </a:p>
                  </a:txBody>
                  <a:tcPr marT="91425" marB="91425" marR="91425" marL="91425"/>
                </a:tc>
              </a:tr>
            </a:tbl>
          </a:graphicData>
        </a:graphic>
      </p:graphicFrame>
      <p:sp>
        <p:nvSpPr>
          <p:cNvPr id="131" name="Google Shape;131;p1"/>
          <p:cNvSpPr txBox="1"/>
          <p:nvPr/>
        </p:nvSpPr>
        <p:spPr>
          <a:xfrm>
            <a:off x="1176000" y="2384388"/>
            <a:ext cx="67920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1" i="0" lang="es" sz="2500" u="none" cap="none" strike="noStrike">
                <a:solidFill>
                  <a:srgbClr val="000000"/>
                </a:solidFill>
                <a:latin typeface="Arial"/>
                <a:ea typeface="Arial"/>
                <a:cs typeface="Arial"/>
                <a:sym typeface="Arial"/>
              </a:rPr>
              <a:t>Lenguajes Formales y De Programación</a:t>
            </a:r>
            <a:r>
              <a:rPr b="1" lang="es" sz="2500"/>
              <a:t> Xx</a:t>
            </a:r>
            <a:endParaRPr b="1" i="0" sz="2500" u="none" cap="none" strike="noStrike">
              <a:solidFill>
                <a:srgbClr val="000000"/>
              </a:solidFill>
              <a:latin typeface="Arial"/>
              <a:ea typeface="Arial"/>
              <a:cs typeface="Arial"/>
              <a:sym typeface="Arial"/>
            </a:endParaRPr>
          </a:p>
        </p:txBody>
      </p:sp>
      <p:sp>
        <p:nvSpPr>
          <p:cNvPr id="132" name="Google Shape;132;p1"/>
          <p:cNvSpPr txBox="1"/>
          <p:nvPr/>
        </p:nvSpPr>
        <p:spPr>
          <a:xfrm>
            <a:off x="2329125" y="2856525"/>
            <a:ext cx="44859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lang="es" sz="2000"/>
              <a:t>xxxx xxxx xxxx xxxx</a:t>
            </a:r>
            <a:endParaRPr b="1" i="0" sz="20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
          <p:cNvSpPr/>
          <p:nvPr/>
        </p:nvSpPr>
        <p:spPr>
          <a:xfrm>
            <a:off x="6270654" y="0"/>
            <a:ext cx="2873346" cy="85589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sp>
        <p:nvSpPr>
          <p:cNvPr id="138" name="Google Shape;138;p2"/>
          <p:cNvSpPr txBox="1"/>
          <p:nvPr/>
        </p:nvSpPr>
        <p:spPr>
          <a:xfrm>
            <a:off x="873350" y="3661263"/>
            <a:ext cx="7533300" cy="3693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Clr>
                <a:srgbClr val="000000"/>
              </a:buClr>
              <a:buSzPts val="2500"/>
              <a:buFont typeface="Arial"/>
              <a:buNone/>
            </a:pPr>
            <a:r>
              <a:rPr b="1" i="0" lang="es" sz="2400" u="none" cap="none" strike="noStrike">
                <a:solidFill>
                  <a:srgbClr val="131416"/>
                </a:solidFill>
                <a:latin typeface="Montserrat"/>
                <a:ea typeface="Montserrat"/>
                <a:cs typeface="Montserrat"/>
                <a:sym typeface="Montserrat"/>
              </a:rPr>
              <a:t>Lenguajes Formales y de Programación</a:t>
            </a:r>
            <a:endParaRPr b="0" i="0" sz="600" u="none" cap="none" strike="noStrike">
              <a:solidFill>
                <a:srgbClr val="000000"/>
              </a:solidFill>
              <a:latin typeface="Montserrat"/>
              <a:ea typeface="Montserrat"/>
              <a:cs typeface="Montserrat"/>
              <a:sym typeface="Montserrat"/>
            </a:endParaRPr>
          </a:p>
        </p:txBody>
      </p:sp>
      <p:sp>
        <p:nvSpPr>
          <p:cNvPr id="139" name="Google Shape;139;p2"/>
          <p:cNvSpPr txBox="1"/>
          <p:nvPr/>
        </p:nvSpPr>
        <p:spPr>
          <a:xfrm>
            <a:off x="972600" y="2032213"/>
            <a:ext cx="7198800" cy="708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4600"/>
              <a:buFont typeface="Arial"/>
              <a:buNone/>
            </a:pPr>
            <a:r>
              <a:rPr b="1" i="0" lang="es" sz="4600" u="none" cap="none" strike="noStrike">
                <a:solidFill>
                  <a:srgbClr val="131416"/>
                </a:solidFill>
                <a:latin typeface="Montserrat"/>
                <a:ea typeface="Montserrat"/>
                <a:cs typeface="Montserrat"/>
                <a:sym typeface="Montserrat"/>
              </a:rPr>
              <a:t>Análisis Sintáctico</a:t>
            </a:r>
            <a:endParaRPr b="0" i="0" sz="700" u="none" cap="none" strike="noStrike">
              <a:solidFill>
                <a:srgbClr val="000000"/>
              </a:solidFill>
              <a:latin typeface="Montserrat"/>
              <a:ea typeface="Montserrat"/>
              <a:cs typeface="Montserrat"/>
              <a:sym typeface="Montserrat"/>
            </a:endParaRPr>
          </a:p>
        </p:txBody>
      </p:sp>
      <p:sp>
        <p:nvSpPr>
          <p:cNvPr id="140" name="Google Shape;140;p2"/>
          <p:cNvSpPr txBox="1"/>
          <p:nvPr/>
        </p:nvSpPr>
        <p:spPr>
          <a:xfrm>
            <a:off x="3738800" y="4022913"/>
            <a:ext cx="4668000" cy="184800"/>
          </a:xfrm>
          <a:prstGeom prst="rect">
            <a:avLst/>
          </a:prstGeom>
          <a:noFill/>
          <a:ln>
            <a:noFill/>
          </a:ln>
        </p:spPr>
        <p:txBody>
          <a:bodyPr anchorCtr="0" anchor="t" bIns="0" lIns="0" spcFirstLastPara="1" rIns="0" wrap="square" tIns="0">
            <a:spAutoFit/>
          </a:bodyPr>
          <a:lstStyle/>
          <a:p>
            <a:pPr indent="0" lvl="0" marL="0" marR="0" rtl="0" algn="r">
              <a:lnSpc>
                <a:spcPct val="140016"/>
              </a:lnSpc>
              <a:spcBef>
                <a:spcPts val="0"/>
              </a:spcBef>
              <a:spcAft>
                <a:spcPts val="0"/>
              </a:spcAft>
              <a:buClr>
                <a:srgbClr val="000000"/>
              </a:buClr>
              <a:buSzPts val="1200"/>
              <a:buFont typeface="Arial"/>
              <a:buNone/>
            </a:pPr>
            <a:r>
              <a:rPr b="1" i="0" lang="es" sz="1200" u="none" cap="none" strike="noStrike">
                <a:solidFill>
                  <a:srgbClr val="131416"/>
                </a:solidFill>
                <a:latin typeface="Montserrat"/>
                <a:ea typeface="Montserrat"/>
                <a:cs typeface="Montserrat"/>
                <a:sym typeface="Montserrat"/>
              </a:rPr>
              <a:t>Escuela de Ingeniería de Ciencias Y Sistemas</a:t>
            </a:r>
            <a:endParaRPr b="0" i="0" sz="700" u="none" cap="none" strike="noStrike">
              <a:solidFill>
                <a:srgbClr val="000000"/>
              </a:solidFill>
              <a:latin typeface="Montserrat"/>
              <a:ea typeface="Montserrat"/>
              <a:cs typeface="Montserrat"/>
              <a:sym typeface="Montserrat"/>
            </a:endParaRPr>
          </a:p>
        </p:txBody>
      </p:sp>
      <p:sp>
        <p:nvSpPr>
          <p:cNvPr id="141" name="Google Shape;141;p2"/>
          <p:cNvSpPr txBox="1"/>
          <p:nvPr/>
        </p:nvSpPr>
        <p:spPr>
          <a:xfrm>
            <a:off x="6049700" y="4244163"/>
            <a:ext cx="2357100" cy="184800"/>
          </a:xfrm>
          <a:prstGeom prst="rect">
            <a:avLst/>
          </a:prstGeom>
          <a:noFill/>
          <a:ln>
            <a:noFill/>
          </a:ln>
        </p:spPr>
        <p:txBody>
          <a:bodyPr anchorCtr="0" anchor="t" bIns="0" lIns="0" spcFirstLastPara="1" rIns="0" wrap="square" tIns="0">
            <a:spAutoFit/>
          </a:bodyPr>
          <a:lstStyle/>
          <a:p>
            <a:pPr indent="0" lvl="0" marL="0" marR="0" rtl="0" algn="r">
              <a:lnSpc>
                <a:spcPct val="140016"/>
              </a:lnSpc>
              <a:spcBef>
                <a:spcPts val="0"/>
              </a:spcBef>
              <a:spcAft>
                <a:spcPts val="0"/>
              </a:spcAft>
              <a:buClr>
                <a:srgbClr val="000000"/>
              </a:buClr>
              <a:buSzPts val="1200"/>
              <a:buFont typeface="Arial"/>
              <a:buNone/>
            </a:pPr>
            <a:r>
              <a:rPr b="1" i="0" lang="es" sz="1200" u="none" cap="none" strike="noStrike">
                <a:solidFill>
                  <a:srgbClr val="131416"/>
                </a:solidFill>
                <a:latin typeface="Montserrat"/>
                <a:ea typeface="Montserrat"/>
                <a:cs typeface="Montserrat"/>
                <a:sym typeface="Montserrat"/>
              </a:rPr>
              <a:t>Facultad de Ingeniería</a:t>
            </a:r>
            <a:endParaRPr b="0" i="0" sz="700" u="none" cap="none" strike="noStrike">
              <a:solidFill>
                <a:srgbClr val="000000"/>
              </a:solidFill>
              <a:latin typeface="Montserrat"/>
              <a:ea typeface="Montserrat"/>
              <a:cs typeface="Montserrat"/>
              <a:sym typeface="Montserrat"/>
            </a:endParaRPr>
          </a:p>
        </p:txBody>
      </p:sp>
      <p:sp>
        <p:nvSpPr>
          <p:cNvPr id="142" name="Google Shape;142;p2"/>
          <p:cNvSpPr txBox="1"/>
          <p:nvPr/>
        </p:nvSpPr>
        <p:spPr>
          <a:xfrm>
            <a:off x="4122350" y="4465413"/>
            <a:ext cx="4284300" cy="184800"/>
          </a:xfrm>
          <a:prstGeom prst="rect">
            <a:avLst/>
          </a:prstGeom>
          <a:noFill/>
          <a:ln>
            <a:noFill/>
          </a:ln>
        </p:spPr>
        <p:txBody>
          <a:bodyPr anchorCtr="0" anchor="t" bIns="0" lIns="0" spcFirstLastPara="1" rIns="0" wrap="square" tIns="0">
            <a:spAutoFit/>
          </a:bodyPr>
          <a:lstStyle/>
          <a:p>
            <a:pPr indent="0" lvl="0" marL="0" marR="0" rtl="0" algn="r">
              <a:lnSpc>
                <a:spcPct val="140016"/>
              </a:lnSpc>
              <a:spcBef>
                <a:spcPts val="0"/>
              </a:spcBef>
              <a:spcAft>
                <a:spcPts val="0"/>
              </a:spcAft>
              <a:buClr>
                <a:srgbClr val="000000"/>
              </a:buClr>
              <a:buSzPts val="1200"/>
              <a:buFont typeface="Arial"/>
              <a:buNone/>
            </a:pPr>
            <a:r>
              <a:rPr b="1" i="0" lang="es" sz="1200" u="none" cap="none" strike="noStrike">
                <a:solidFill>
                  <a:srgbClr val="131416"/>
                </a:solidFill>
                <a:latin typeface="Montserrat"/>
                <a:ea typeface="Montserrat"/>
                <a:cs typeface="Montserrat"/>
                <a:sym typeface="Montserrat"/>
              </a:rPr>
              <a:t>Universidad de San Carlos de Guatemala</a:t>
            </a:r>
            <a:endParaRPr b="0" i="0" sz="7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grpSp>
        <p:nvGrpSpPr>
          <p:cNvPr id="147" name="Google Shape;147;p3"/>
          <p:cNvGrpSpPr/>
          <p:nvPr/>
        </p:nvGrpSpPr>
        <p:grpSpPr>
          <a:xfrm>
            <a:off x="883194" y="2503955"/>
            <a:ext cx="2057663" cy="778267"/>
            <a:chOff x="0" y="-76200"/>
            <a:chExt cx="1083836" cy="409938"/>
          </a:xfrm>
        </p:grpSpPr>
        <p:sp>
          <p:nvSpPr>
            <p:cNvPr id="148" name="Google Shape;148;p3"/>
            <p:cNvSpPr/>
            <p:nvPr/>
          </p:nvSpPr>
          <p:spPr>
            <a:xfrm>
              <a:off x="0" y="0"/>
              <a:ext cx="1083836" cy="333738"/>
            </a:xfrm>
            <a:custGeom>
              <a:rect b="b" l="l" r="r" t="t"/>
              <a:pathLst>
                <a:path extrusionOk="0" h="333738" w="1083836">
                  <a:moveTo>
                    <a:pt x="880636" y="0"/>
                  </a:moveTo>
                  <a:lnTo>
                    <a:pt x="0" y="0"/>
                  </a:lnTo>
                  <a:lnTo>
                    <a:pt x="0" y="333738"/>
                  </a:lnTo>
                  <a:lnTo>
                    <a:pt x="880636" y="333738"/>
                  </a:lnTo>
                  <a:lnTo>
                    <a:pt x="1083836" y="166869"/>
                  </a:lnTo>
                  <a:lnTo>
                    <a:pt x="880636" y="0"/>
                  </a:lnTo>
                  <a:close/>
                </a:path>
              </a:pathLst>
            </a:custGeom>
            <a:solidFill>
              <a:srgbClr val="FFFFFF"/>
            </a:solidFill>
            <a:ln>
              <a:noFill/>
            </a:ln>
          </p:spPr>
        </p:sp>
        <p:sp>
          <p:nvSpPr>
            <p:cNvPr id="149" name="Google Shape;149;p3"/>
            <p:cNvSpPr txBox="1"/>
            <p:nvPr/>
          </p:nvSpPr>
          <p:spPr>
            <a:xfrm>
              <a:off x="0" y="-76200"/>
              <a:ext cx="969600" cy="409800"/>
            </a:xfrm>
            <a:prstGeom prst="rect">
              <a:avLst/>
            </a:prstGeom>
            <a:noFill/>
            <a:ln>
              <a:noFill/>
            </a:ln>
          </p:spPr>
          <p:txBody>
            <a:bodyPr anchorCtr="0" anchor="ctr" bIns="25400" lIns="25400" spcFirstLastPara="1" rIns="25400" wrap="square" tIns="25400">
              <a:noAutofit/>
            </a:bodyPr>
            <a:lstStyle/>
            <a:p>
              <a:pPr indent="0" lvl="0" marL="0" marR="0" rtl="0" algn="ctr">
                <a:lnSpc>
                  <a:spcPct val="148017"/>
                </a:lnSpc>
                <a:spcBef>
                  <a:spcPts val="0"/>
                </a:spcBef>
                <a:spcAft>
                  <a:spcPts val="0"/>
                </a:spcAft>
                <a:buClr>
                  <a:srgbClr val="000000"/>
                </a:buClr>
                <a:buSzPts val="1400"/>
                <a:buFont typeface="Arial"/>
                <a:buNone/>
              </a:pPr>
              <a:r>
                <a:rPr b="0" i="0" lang="es" sz="1400" u="none" cap="none" strike="noStrike">
                  <a:solidFill>
                    <a:srgbClr val="000000"/>
                  </a:solidFill>
                  <a:latin typeface="Montserrat"/>
                  <a:ea typeface="Montserrat"/>
                  <a:cs typeface="Montserrat"/>
                  <a:sym typeface="Montserrat"/>
                </a:rPr>
                <a:t>RECORDATORIOS</a:t>
              </a:r>
              <a:endParaRPr b="0" i="0" sz="700" u="none" cap="none" strike="noStrike">
                <a:solidFill>
                  <a:srgbClr val="000000"/>
                </a:solidFill>
                <a:latin typeface="Montserrat"/>
                <a:ea typeface="Montserrat"/>
                <a:cs typeface="Montserrat"/>
                <a:sym typeface="Montserrat"/>
              </a:endParaRPr>
            </a:p>
          </p:txBody>
        </p:sp>
      </p:grpSp>
      <p:sp>
        <p:nvSpPr>
          <p:cNvPr id="150" name="Google Shape;150;p3"/>
          <p:cNvSpPr/>
          <p:nvPr/>
        </p:nvSpPr>
        <p:spPr>
          <a:xfrm>
            <a:off x="532102" y="2674855"/>
            <a:ext cx="376946" cy="436464"/>
          </a:xfrm>
          <a:custGeom>
            <a:rect b="b" l="l" r="r" t="t"/>
            <a:pathLst>
              <a:path extrusionOk="0" h="872928" w="753892">
                <a:moveTo>
                  <a:pt x="0" y="0"/>
                </a:moveTo>
                <a:lnTo>
                  <a:pt x="753892" y="0"/>
                </a:lnTo>
                <a:lnTo>
                  <a:pt x="753892" y="872927"/>
                </a:lnTo>
                <a:lnTo>
                  <a:pt x="0" y="872927"/>
                </a:lnTo>
                <a:lnTo>
                  <a:pt x="0" y="0"/>
                </a:lnTo>
                <a:close/>
              </a:path>
            </a:pathLst>
          </a:custGeom>
          <a:blipFill rotWithShape="1">
            <a:blip r:embed="rId3">
              <a:alphaModFix/>
            </a:blip>
            <a:stretch>
              <a:fillRect b="0" l="0" r="0" t="0"/>
            </a:stretch>
          </a:blipFill>
          <a:ln>
            <a:noFill/>
          </a:ln>
        </p:spPr>
      </p:sp>
      <p:sp>
        <p:nvSpPr>
          <p:cNvPr id="151" name="Google Shape;151;p3"/>
          <p:cNvSpPr/>
          <p:nvPr/>
        </p:nvSpPr>
        <p:spPr>
          <a:xfrm>
            <a:off x="532102" y="3585278"/>
            <a:ext cx="226679" cy="275047"/>
          </a:xfrm>
          <a:custGeom>
            <a:rect b="b" l="l" r="r" t="t"/>
            <a:pathLst>
              <a:path extrusionOk="0" h="550094" w="453358">
                <a:moveTo>
                  <a:pt x="0" y="0"/>
                </a:moveTo>
                <a:lnTo>
                  <a:pt x="453358" y="0"/>
                </a:lnTo>
                <a:lnTo>
                  <a:pt x="453358" y="550094"/>
                </a:lnTo>
                <a:lnTo>
                  <a:pt x="0" y="550094"/>
                </a:lnTo>
                <a:lnTo>
                  <a:pt x="0" y="0"/>
                </a:lnTo>
                <a:close/>
              </a:path>
            </a:pathLst>
          </a:custGeom>
          <a:blipFill rotWithShape="1">
            <a:blip r:embed="rId4">
              <a:alphaModFix/>
            </a:blip>
            <a:stretch>
              <a:fillRect b="0" l="0" r="0" t="0"/>
            </a:stretch>
          </a:blipFill>
          <a:ln>
            <a:noFill/>
          </a:ln>
        </p:spPr>
      </p:sp>
      <p:sp>
        <p:nvSpPr>
          <p:cNvPr id="152" name="Google Shape;152;p3"/>
          <p:cNvSpPr txBox="1"/>
          <p:nvPr/>
        </p:nvSpPr>
        <p:spPr>
          <a:xfrm>
            <a:off x="883200" y="3596925"/>
            <a:ext cx="2787000" cy="261600"/>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Clr>
                <a:srgbClr val="000000"/>
              </a:buClr>
              <a:buSzPts val="1700"/>
              <a:buFont typeface="Arial"/>
              <a:buNone/>
            </a:pPr>
            <a:r>
              <a:rPr b="0" i="0" lang="es" sz="1700" u="none" cap="none" strike="noStrike">
                <a:solidFill>
                  <a:srgbClr val="152540"/>
                </a:solidFill>
                <a:latin typeface="Montserrat"/>
                <a:ea typeface="Montserrat"/>
                <a:cs typeface="Montserrat"/>
                <a:sym typeface="Montserrat"/>
              </a:rPr>
              <a:t>Árboles de derivación</a:t>
            </a:r>
            <a:endParaRPr b="0" i="0" sz="700" u="none" cap="none" strike="noStrike">
              <a:solidFill>
                <a:srgbClr val="000000"/>
              </a:solidFill>
              <a:latin typeface="Montserrat"/>
              <a:ea typeface="Montserrat"/>
              <a:cs typeface="Montserrat"/>
              <a:sym typeface="Montserrat"/>
            </a:endParaRPr>
          </a:p>
        </p:txBody>
      </p:sp>
      <p:sp>
        <p:nvSpPr>
          <p:cNvPr id="153" name="Google Shape;153;p3"/>
          <p:cNvSpPr txBox="1"/>
          <p:nvPr/>
        </p:nvSpPr>
        <p:spPr>
          <a:xfrm>
            <a:off x="394949" y="966419"/>
            <a:ext cx="3855300" cy="1154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7500"/>
              <a:buFont typeface="Arial"/>
              <a:buNone/>
            </a:pPr>
            <a:r>
              <a:rPr b="0" i="0" lang="es" sz="7500" u="none" cap="none" strike="noStrike">
                <a:solidFill>
                  <a:srgbClr val="131416"/>
                </a:solidFill>
                <a:latin typeface="Pacifico"/>
                <a:ea typeface="Pacifico"/>
                <a:cs typeface="Pacifico"/>
                <a:sym typeface="Pacifico"/>
              </a:rPr>
              <a:t>Agenda</a:t>
            </a:r>
            <a:endParaRPr b="0" i="0" sz="700" u="none" cap="none" strike="noStrike">
              <a:solidFill>
                <a:srgbClr val="000000"/>
              </a:solidFill>
              <a:latin typeface="Pacifico"/>
              <a:ea typeface="Pacifico"/>
              <a:cs typeface="Pacifico"/>
              <a:sym typeface="Pacifico"/>
            </a:endParaRPr>
          </a:p>
        </p:txBody>
      </p:sp>
      <p:sp>
        <p:nvSpPr>
          <p:cNvPr id="154" name="Google Shape;154;p3"/>
          <p:cNvSpPr/>
          <p:nvPr/>
        </p:nvSpPr>
        <p:spPr>
          <a:xfrm>
            <a:off x="4059802" y="2237099"/>
            <a:ext cx="376946" cy="436464"/>
          </a:xfrm>
          <a:custGeom>
            <a:rect b="b" l="l" r="r" t="t"/>
            <a:pathLst>
              <a:path extrusionOk="0" h="872928" w="753892">
                <a:moveTo>
                  <a:pt x="0" y="0"/>
                </a:moveTo>
                <a:lnTo>
                  <a:pt x="753892" y="0"/>
                </a:lnTo>
                <a:lnTo>
                  <a:pt x="753892" y="872927"/>
                </a:lnTo>
                <a:lnTo>
                  <a:pt x="0" y="872927"/>
                </a:lnTo>
                <a:lnTo>
                  <a:pt x="0" y="0"/>
                </a:lnTo>
                <a:close/>
              </a:path>
            </a:pathLst>
          </a:custGeom>
          <a:blipFill rotWithShape="1">
            <a:blip r:embed="rId3">
              <a:alphaModFix/>
            </a:blip>
            <a:stretch>
              <a:fillRect b="0" l="0" r="0" t="0"/>
            </a:stretch>
          </a:blipFill>
          <a:ln>
            <a:noFill/>
          </a:ln>
        </p:spPr>
      </p:sp>
      <p:sp>
        <p:nvSpPr>
          <p:cNvPr id="155" name="Google Shape;155;p3"/>
          <p:cNvSpPr txBox="1"/>
          <p:nvPr/>
        </p:nvSpPr>
        <p:spPr>
          <a:xfrm>
            <a:off x="3037425" y="2760931"/>
            <a:ext cx="1043400" cy="261600"/>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Clr>
                <a:srgbClr val="000000"/>
              </a:buClr>
              <a:buSzPts val="1700"/>
              <a:buFont typeface="Arial"/>
              <a:buNone/>
            </a:pPr>
            <a:r>
              <a:rPr b="1" i="0" lang="es" sz="1700" u="none" cap="none" strike="noStrike">
                <a:solidFill>
                  <a:srgbClr val="152540"/>
                </a:solidFill>
                <a:latin typeface="Montserrat"/>
                <a:ea typeface="Montserrat"/>
                <a:cs typeface="Montserrat"/>
                <a:sym typeface="Montserrat"/>
              </a:rPr>
              <a:t>FORO xx</a:t>
            </a:r>
            <a:endParaRPr b="1" i="0" sz="700" u="none" cap="none" strike="noStrike">
              <a:solidFill>
                <a:srgbClr val="000000"/>
              </a:solidFill>
              <a:latin typeface="Montserrat"/>
              <a:ea typeface="Montserrat"/>
              <a:cs typeface="Montserrat"/>
              <a:sym typeface="Montserrat"/>
            </a:endParaRPr>
          </a:p>
        </p:txBody>
      </p:sp>
      <p:sp>
        <p:nvSpPr>
          <p:cNvPr id="156" name="Google Shape;156;p3"/>
          <p:cNvSpPr/>
          <p:nvPr/>
        </p:nvSpPr>
        <p:spPr>
          <a:xfrm>
            <a:off x="6270654" y="0"/>
            <a:ext cx="2873346" cy="85589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5">
              <a:alphaModFix/>
            </a:blip>
            <a:stretch>
              <a:fillRect b="0" l="0" r="0" t="0"/>
            </a:stretch>
          </a:blipFill>
          <a:ln>
            <a:noFill/>
          </a:ln>
        </p:spPr>
      </p:sp>
      <p:sp>
        <p:nvSpPr>
          <p:cNvPr id="157" name="Google Shape;157;p3"/>
          <p:cNvSpPr txBox="1"/>
          <p:nvPr/>
        </p:nvSpPr>
        <p:spPr>
          <a:xfrm>
            <a:off x="5680750" y="2406925"/>
            <a:ext cx="30000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s" sz="1400" u="sng" cap="none" strike="noStrike">
                <a:solidFill>
                  <a:schemeClr val="hlink"/>
                </a:solidFill>
                <a:latin typeface="Montserrat"/>
                <a:ea typeface="Montserrat"/>
                <a:cs typeface="Montserrat"/>
                <a:sym typeface="Montserrat"/>
                <a:hlinkClick r:id="rId6"/>
              </a:rPr>
              <a:t>https://youtu.be/68PQ6FBZq88</a:t>
            </a:r>
            <a:endParaRPr b="0" i="0" sz="14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sp>
        <p:nvSpPr>
          <p:cNvPr id="158" name="Google Shape;158;p3"/>
          <p:cNvSpPr txBox="1"/>
          <p:nvPr/>
        </p:nvSpPr>
        <p:spPr>
          <a:xfrm>
            <a:off x="4735774" y="1082694"/>
            <a:ext cx="3855300" cy="1154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7500"/>
              <a:buFont typeface="Arial"/>
              <a:buNone/>
            </a:pPr>
            <a:r>
              <a:rPr b="0" i="0" lang="es" sz="7500" u="none" cap="none" strike="noStrike">
                <a:solidFill>
                  <a:srgbClr val="131416"/>
                </a:solidFill>
                <a:latin typeface="Pacifico"/>
                <a:ea typeface="Pacifico"/>
                <a:cs typeface="Pacifico"/>
                <a:sym typeface="Pacifico"/>
              </a:rPr>
              <a:t>Recursos</a:t>
            </a:r>
            <a:endParaRPr b="0" i="0" sz="700" u="none" cap="none" strike="noStrike">
              <a:solidFill>
                <a:srgbClr val="000000"/>
              </a:solidFill>
              <a:latin typeface="Pacifico"/>
              <a:ea typeface="Pacifico"/>
              <a:cs typeface="Pacifico"/>
              <a:sym typeface="Pacifico"/>
            </a:endParaRPr>
          </a:p>
        </p:txBody>
      </p:sp>
      <p:pic>
        <p:nvPicPr>
          <p:cNvPr id="159" name="Google Shape;159;p3"/>
          <p:cNvPicPr preferRelativeResize="0"/>
          <p:nvPr/>
        </p:nvPicPr>
        <p:blipFill rotWithShape="1">
          <a:blip r:embed="rId7">
            <a:alphaModFix/>
          </a:blip>
          <a:srcRect b="0" l="0" r="0" t="0"/>
          <a:stretch/>
        </p:blipFill>
        <p:spPr>
          <a:xfrm>
            <a:off x="4966175" y="2182613"/>
            <a:ext cx="778275" cy="778275"/>
          </a:xfrm>
          <a:prstGeom prst="rect">
            <a:avLst/>
          </a:prstGeom>
          <a:noFill/>
          <a:ln>
            <a:noFill/>
          </a:ln>
        </p:spPr>
      </p:pic>
      <p:sp>
        <p:nvSpPr>
          <p:cNvPr id="160" name="Google Shape;160;p3"/>
          <p:cNvSpPr txBox="1"/>
          <p:nvPr/>
        </p:nvSpPr>
        <p:spPr>
          <a:xfrm>
            <a:off x="676773" y="3964938"/>
            <a:ext cx="2667300" cy="422700"/>
          </a:xfrm>
          <a:prstGeom prst="rect">
            <a:avLst/>
          </a:prstGeom>
          <a:noFill/>
          <a:ln>
            <a:noFill/>
          </a:ln>
        </p:spPr>
        <p:txBody>
          <a:bodyPr anchorCtr="0" anchor="ctr" bIns="25400" lIns="25400" spcFirstLastPara="1" rIns="25400" wrap="square" tIns="25400">
            <a:noAutofit/>
          </a:bodyPr>
          <a:lstStyle/>
          <a:p>
            <a:pPr indent="0" lvl="0" marL="0" marR="0" rtl="0" algn="ctr">
              <a:lnSpc>
                <a:spcPct val="148017"/>
              </a:lnSpc>
              <a:spcBef>
                <a:spcPts val="0"/>
              </a:spcBef>
              <a:spcAft>
                <a:spcPts val="0"/>
              </a:spcAft>
              <a:buClr>
                <a:srgbClr val="000000"/>
              </a:buClr>
              <a:buSzPts val="1400"/>
              <a:buFont typeface="Arial"/>
              <a:buNone/>
            </a:pPr>
            <a:r>
              <a:rPr b="0" i="0" lang="es" sz="1400" u="none" cap="none" strike="noStrike">
                <a:solidFill>
                  <a:srgbClr val="000000"/>
                </a:solidFill>
                <a:latin typeface="Montserrat"/>
                <a:ea typeface="Montserrat"/>
                <a:cs typeface="Montserrat"/>
                <a:sym typeface="Montserrat"/>
              </a:rPr>
              <a:t>Ambigüedad</a:t>
            </a:r>
            <a:endParaRPr b="0" i="0" sz="700" u="none" cap="none" strike="noStrike">
              <a:solidFill>
                <a:srgbClr val="000000"/>
              </a:solidFill>
              <a:latin typeface="Montserrat"/>
              <a:ea typeface="Montserrat"/>
              <a:cs typeface="Montserrat"/>
              <a:sym typeface="Montserrat"/>
            </a:endParaRPr>
          </a:p>
        </p:txBody>
      </p:sp>
      <p:sp>
        <p:nvSpPr>
          <p:cNvPr id="161" name="Google Shape;161;p3"/>
          <p:cNvSpPr txBox="1"/>
          <p:nvPr/>
        </p:nvSpPr>
        <p:spPr>
          <a:xfrm>
            <a:off x="924226" y="4432935"/>
            <a:ext cx="2172300" cy="422700"/>
          </a:xfrm>
          <a:prstGeom prst="rect">
            <a:avLst/>
          </a:prstGeom>
          <a:noFill/>
          <a:ln>
            <a:noFill/>
          </a:ln>
        </p:spPr>
        <p:txBody>
          <a:bodyPr anchorCtr="0" anchor="ctr" bIns="25400" lIns="25400" spcFirstLastPara="1" rIns="25400" wrap="square" tIns="25400">
            <a:noAutofit/>
          </a:bodyPr>
          <a:lstStyle/>
          <a:p>
            <a:pPr indent="0" lvl="0" marL="0" marR="0" rtl="0" algn="ctr">
              <a:lnSpc>
                <a:spcPct val="148017"/>
              </a:lnSpc>
              <a:spcBef>
                <a:spcPts val="0"/>
              </a:spcBef>
              <a:spcAft>
                <a:spcPts val="0"/>
              </a:spcAft>
              <a:buClr>
                <a:srgbClr val="000000"/>
              </a:buClr>
              <a:buSzPts val="1400"/>
              <a:buFont typeface="Arial"/>
              <a:buNone/>
            </a:pPr>
            <a:r>
              <a:rPr b="0" i="0" lang="es" sz="1400" u="none" cap="none" strike="noStrike">
                <a:solidFill>
                  <a:srgbClr val="000000"/>
                </a:solidFill>
                <a:latin typeface="Montserrat"/>
                <a:ea typeface="Montserrat"/>
                <a:cs typeface="Montserrat"/>
                <a:sym typeface="Montserrat"/>
              </a:rPr>
              <a:t>Autómatas de Pila</a:t>
            </a:r>
            <a:endParaRPr b="0" i="0" sz="700" u="none" cap="none" strike="noStrike">
              <a:solidFill>
                <a:srgbClr val="000000"/>
              </a:solidFill>
              <a:latin typeface="Montserrat"/>
              <a:ea typeface="Montserrat"/>
              <a:cs typeface="Montserrat"/>
              <a:sym typeface="Montserrat"/>
            </a:endParaRPr>
          </a:p>
        </p:txBody>
      </p:sp>
      <p:sp>
        <p:nvSpPr>
          <p:cNvPr id="162" name="Google Shape;162;p3"/>
          <p:cNvSpPr/>
          <p:nvPr/>
        </p:nvSpPr>
        <p:spPr>
          <a:xfrm>
            <a:off x="5285935" y="4583722"/>
            <a:ext cx="2306781" cy="333204"/>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Montserrat"/>
              <a:ea typeface="Montserrat"/>
              <a:cs typeface="Montserrat"/>
              <a:sym typeface="Montserrat"/>
            </a:endParaRPr>
          </a:p>
        </p:txBody>
      </p:sp>
      <p:sp>
        <p:nvSpPr>
          <p:cNvPr id="163" name="Google Shape;163;p3"/>
          <p:cNvSpPr/>
          <p:nvPr/>
        </p:nvSpPr>
        <p:spPr>
          <a:xfrm>
            <a:off x="532102" y="4079128"/>
            <a:ext cx="226679" cy="275047"/>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4">
              <a:alphaModFix/>
            </a:blip>
            <a:stretch>
              <a:fillRect b="0" l="0" r="0" t="0"/>
            </a:stretch>
          </a:blip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64" name="Google Shape;164;p3"/>
          <p:cNvSpPr/>
          <p:nvPr/>
        </p:nvSpPr>
        <p:spPr>
          <a:xfrm>
            <a:off x="532102" y="4492277"/>
            <a:ext cx="226679" cy="275047"/>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4">
              <a:alphaModFix/>
            </a:blip>
            <a:stretch>
              <a:fillRect b="0" l="0" r="0" t="0"/>
            </a:stretch>
          </a:blipFill>
          <a:ln>
            <a:noFill/>
          </a:ln>
        </p:spPr>
        <p:txBody>
          <a:bodyPr anchorCtr="0" anchor="t" bIns="22850" lIns="45725" spcFirstLastPara="1" rIns="45725" wrap="square" tIns="2285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4"/>
          <p:cNvSpPr txBox="1"/>
          <p:nvPr/>
        </p:nvSpPr>
        <p:spPr>
          <a:xfrm>
            <a:off x="1074220" y="1960170"/>
            <a:ext cx="6995700" cy="461700"/>
          </a:xfrm>
          <a:prstGeom prst="rect">
            <a:avLst/>
          </a:prstGeom>
          <a:noFill/>
          <a:ln>
            <a:noFill/>
          </a:ln>
        </p:spPr>
        <p:txBody>
          <a:bodyPr anchorCtr="0" anchor="t" bIns="0" lIns="0" spcFirstLastPara="1" rIns="0" wrap="square" tIns="0">
            <a:spAutoFit/>
          </a:bodyPr>
          <a:lstStyle/>
          <a:p>
            <a:pPr indent="0" lvl="0" marL="0" marR="0" rtl="0" algn="ctr">
              <a:lnSpc>
                <a:spcPct val="112987"/>
              </a:lnSpc>
              <a:spcBef>
                <a:spcPts val="0"/>
              </a:spcBef>
              <a:spcAft>
                <a:spcPts val="0"/>
              </a:spcAft>
              <a:buClr>
                <a:srgbClr val="000000"/>
              </a:buClr>
              <a:buSzPts val="3000"/>
              <a:buFont typeface="Arial"/>
              <a:buNone/>
            </a:pPr>
            <a:r>
              <a:rPr b="0" i="0" lang="es" sz="3000" u="none" cap="none" strike="noStrike">
                <a:solidFill>
                  <a:srgbClr val="131416"/>
                </a:solidFill>
                <a:latin typeface="Impact"/>
                <a:ea typeface="Impact"/>
                <a:cs typeface="Impact"/>
                <a:sym typeface="Impact"/>
              </a:rPr>
              <a:t> Dudas clase anterior ?</a:t>
            </a:r>
            <a:endParaRPr b="0" i="0" sz="700" u="none" cap="none" strike="noStrike">
              <a:solidFill>
                <a:srgbClr val="000000"/>
              </a:solidFill>
              <a:latin typeface="Impact"/>
              <a:ea typeface="Impact"/>
              <a:cs typeface="Impact"/>
              <a:sym typeface="Impact"/>
            </a:endParaRPr>
          </a:p>
        </p:txBody>
      </p:sp>
      <p:sp>
        <p:nvSpPr>
          <p:cNvPr id="170" name="Google Shape;170;p4"/>
          <p:cNvSpPr/>
          <p:nvPr/>
        </p:nvSpPr>
        <p:spPr>
          <a:xfrm>
            <a:off x="6270654" y="0"/>
            <a:ext cx="2873346" cy="85589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pic>
        <p:nvPicPr>
          <p:cNvPr id="171" name="Google Shape;171;p4"/>
          <p:cNvPicPr preferRelativeResize="0"/>
          <p:nvPr/>
        </p:nvPicPr>
        <p:blipFill rotWithShape="1">
          <a:blip r:embed="rId4">
            <a:alphaModFix/>
          </a:blip>
          <a:srcRect b="0" l="0" r="0" t="0"/>
          <a:stretch/>
        </p:blipFill>
        <p:spPr>
          <a:xfrm>
            <a:off x="7410013" y="3409513"/>
            <a:ext cx="1733987" cy="1733987"/>
          </a:xfrm>
          <a:prstGeom prst="rect">
            <a:avLst/>
          </a:prstGeom>
          <a:noFill/>
          <a:ln>
            <a:noFill/>
          </a:ln>
        </p:spPr>
      </p:pic>
      <p:grpSp>
        <p:nvGrpSpPr>
          <p:cNvPr id="172" name="Google Shape;172;p4"/>
          <p:cNvGrpSpPr/>
          <p:nvPr/>
        </p:nvGrpSpPr>
        <p:grpSpPr>
          <a:xfrm>
            <a:off x="1006558" y="2405323"/>
            <a:ext cx="6884151" cy="778005"/>
            <a:chOff x="-1336127" y="-38032"/>
            <a:chExt cx="3626100" cy="409800"/>
          </a:xfrm>
        </p:grpSpPr>
        <p:sp>
          <p:nvSpPr>
            <p:cNvPr id="173" name="Google Shape;173;p4"/>
            <p:cNvSpPr/>
            <p:nvPr/>
          </p:nvSpPr>
          <p:spPr>
            <a:xfrm>
              <a:off x="0" y="0"/>
              <a:ext cx="1083836" cy="333738"/>
            </a:xfrm>
            <a:custGeom>
              <a:rect b="b" l="l" r="r" t="t"/>
              <a:pathLst>
                <a:path extrusionOk="0" h="333738" w="1083836">
                  <a:moveTo>
                    <a:pt x="880636" y="0"/>
                  </a:moveTo>
                  <a:lnTo>
                    <a:pt x="0" y="0"/>
                  </a:lnTo>
                  <a:lnTo>
                    <a:pt x="0" y="333738"/>
                  </a:lnTo>
                  <a:lnTo>
                    <a:pt x="880636" y="333738"/>
                  </a:lnTo>
                  <a:lnTo>
                    <a:pt x="1083836" y="166869"/>
                  </a:lnTo>
                  <a:lnTo>
                    <a:pt x="880636" y="0"/>
                  </a:lnTo>
                  <a:close/>
                </a:path>
              </a:pathLst>
            </a:custGeom>
            <a:solidFill>
              <a:srgbClr val="FFFFFF"/>
            </a:solidFill>
            <a:ln>
              <a:noFill/>
            </a:ln>
          </p:spPr>
        </p:sp>
        <p:sp>
          <p:nvSpPr>
            <p:cNvPr id="174" name="Google Shape;174;p4"/>
            <p:cNvSpPr txBox="1"/>
            <p:nvPr/>
          </p:nvSpPr>
          <p:spPr>
            <a:xfrm>
              <a:off x="-1336127" y="-38032"/>
              <a:ext cx="3626100" cy="409800"/>
            </a:xfrm>
            <a:prstGeom prst="rect">
              <a:avLst/>
            </a:prstGeom>
            <a:noFill/>
            <a:ln>
              <a:noFill/>
            </a:ln>
          </p:spPr>
          <p:txBody>
            <a:bodyPr anchorCtr="0" anchor="ctr" bIns="25400" lIns="25400" spcFirstLastPara="1" rIns="25400" wrap="square" tIns="25400">
              <a:noAutofit/>
            </a:bodyPr>
            <a:lstStyle/>
            <a:p>
              <a:pPr indent="0" lvl="0" marL="0" marR="0" rtl="0" algn="ctr">
                <a:lnSpc>
                  <a:spcPct val="148017"/>
                </a:lnSpc>
                <a:spcBef>
                  <a:spcPts val="0"/>
                </a:spcBef>
                <a:spcAft>
                  <a:spcPts val="0"/>
                </a:spcAft>
                <a:buClr>
                  <a:srgbClr val="000000"/>
                </a:buClr>
                <a:buSzPts val="1400"/>
                <a:buFont typeface="Arial"/>
                <a:buNone/>
              </a:pPr>
              <a:r>
                <a:rPr b="0" i="0" lang="es" sz="1600" u="none" cap="none" strike="noStrike">
                  <a:solidFill>
                    <a:srgbClr val="000000"/>
                  </a:solidFill>
                  <a:latin typeface="Montserrat"/>
                  <a:ea typeface="Montserrat"/>
                  <a:cs typeface="Montserrat"/>
                  <a:sym typeface="Montserrat"/>
                </a:rPr>
                <a:t>Tema visto: </a:t>
              </a:r>
              <a:r>
                <a:rPr b="0" i="0" lang="es" sz="2200" u="none" cap="none" strike="noStrike">
                  <a:solidFill>
                    <a:srgbClr val="131416"/>
                  </a:solidFill>
                  <a:latin typeface="Impact"/>
                  <a:ea typeface="Impact"/>
                  <a:cs typeface="Impact"/>
                  <a:sym typeface="Impact"/>
                </a:rPr>
                <a:t>Función del Analizador Sintáctico</a:t>
              </a:r>
              <a:endParaRPr b="1" i="0" sz="1000" u="none" cap="none" strike="noStrike">
                <a:solidFill>
                  <a:srgbClr val="000000"/>
                </a:solidFill>
                <a:latin typeface="Montserrat"/>
                <a:ea typeface="Montserrat"/>
                <a:cs typeface="Montserrat"/>
                <a:sym typeface="Montserrat"/>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5"/>
          <p:cNvSpPr txBox="1"/>
          <p:nvPr/>
        </p:nvSpPr>
        <p:spPr>
          <a:xfrm>
            <a:off x="1074225" y="1960178"/>
            <a:ext cx="7455900" cy="461700"/>
          </a:xfrm>
          <a:prstGeom prst="rect">
            <a:avLst/>
          </a:prstGeom>
          <a:noFill/>
          <a:ln>
            <a:noFill/>
          </a:ln>
        </p:spPr>
        <p:txBody>
          <a:bodyPr anchorCtr="0" anchor="t" bIns="0" lIns="0" spcFirstLastPara="1" rIns="0" wrap="square" tIns="0">
            <a:spAutoFit/>
          </a:bodyPr>
          <a:lstStyle/>
          <a:p>
            <a:pPr indent="0" lvl="0" marL="0" marR="0" rtl="0" algn="ctr">
              <a:lnSpc>
                <a:spcPct val="112987"/>
              </a:lnSpc>
              <a:spcBef>
                <a:spcPts val="0"/>
              </a:spcBef>
              <a:spcAft>
                <a:spcPts val="0"/>
              </a:spcAft>
              <a:buClr>
                <a:srgbClr val="000000"/>
              </a:buClr>
              <a:buSzPts val="3000"/>
              <a:buFont typeface="Arial"/>
              <a:buNone/>
            </a:pPr>
            <a:r>
              <a:rPr b="0" i="0" lang="es" sz="3000" u="none" cap="none" strike="noStrike">
                <a:solidFill>
                  <a:srgbClr val="131416"/>
                </a:solidFill>
                <a:latin typeface="Impact"/>
                <a:ea typeface="Impact"/>
                <a:cs typeface="Impact"/>
                <a:sym typeface="Impact"/>
              </a:rPr>
              <a:t> Dudas Proyecto 2</a:t>
            </a:r>
            <a:endParaRPr b="0" i="0" sz="700" u="none" cap="none" strike="noStrike">
              <a:solidFill>
                <a:srgbClr val="000000"/>
              </a:solidFill>
              <a:latin typeface="Impact"/>
              <a:ea typeface="Impact"/>
              <a:cs typeface="Impact"/>
              <a:sym typeface="Impact"/>
            </a:endParaRPr>
          </a:p>
        </p:txBody>
      </p:sp>
      <p:sp>
        <p:nvSpPr>
          <p:cNvPr id="180" name="Google Shape;180;p5"/>
          <p:cNvSpPr/>
          <p:nvPr/>
        </p:nvSpPr>
        <p:spPr>
          <a:xfrm>
            <a:off x="6270654" y="0"/>
            <a:ext cx="2873346" cy="85589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pic>
        <p:nvPicPr>
          <p:cNvPr id="181" name="Google Shape;181;p5"/>
          <p:cNvPicPr preferRelativeResize="0"/>
          <p:nvPr/>
        </p:nvPicPr>
        <p:blipFill rotWithShape="1">
          <a:blip r:embed="rId4">
            <a:alphaModFix/>
          </a:blip>
          <a:srcRect b="0" l="0" r="0" t="0"/>
          <a:stretch/>
        </p:blipFill>
        <p:spPr>
          <a:xfrm>
            <a:off x="7410013" y="3409513"/>
            <a:ext cx="1733987" cy="1733987"/>
          </a:xfrm>
          <a:prstGeom prst="rect">
            <a:avLst/>
          </a:prstGeom>
          <a:noFill/>
          <a:ln>
            <a:noFill/>
          </a:ln>
        </p:spPr>
      </p:pic>
      <p:sp>
        <p:nvSpPr>
          <p:cNvPr id="182" name="Google Shape;182;p5"/>
          <p:cNvSpPr/>
          <p:nvPr/>
        </p:nvSpPr>
        <p:spPr>
          <a:xfrm>
            <a:off x="3543194" y="2477528"/>
            <a:ext cx="2057663" cy="633602"/>
          </a:xfrm>
          <a:custGeom>
            <a:rect b="b" l="l" r="r" t="t"/>
            <a:pathLst>
              <a:path extrusionOk="0" h="333738" w="1083836">
                <a:moveTo>
                  <a:pt x="880636" y="0"/>
                </a:moveTo>
                <a:lnTo>
                  <a:pt x="0" y="0"/>
                </a:lnTo>
                <a:lnTo>
                  <a:pt x="0" y="333738"/>
                </a:lnTo>
                <a:lnTo>
                  <a:pt x="880636" y="333738"/>
                </a:lnTo>
                <a:lnTo>
                  <a:pt x="1083836" y="166869"/>
                </a:lnTo>
                <a:lnTo>
                  <a:pt x="880636" y="0"/>
                </a:lnTo>
                <a:close/>
              </a:path>
            </a:pathLst>
          </a:custGeom>
          <a:solidFill>
            <a:srgbClr val="FFFFFF"/>
          </a:solidFill>
          <a:ln>
            <a:noFill/>
          </a:ln>
        </p:spPr>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6"/>
          <p:cNvSpPr txBox="1"/>
          <p:nvPr/>
        </p:nvSpPr>
        <p:spPr>
          <a:xfrm>
            <a:off x="555675" y="1612125"/>
            <a:ext cx="8198100" cy="369300"/>
          </a:xfrm>
          <a:prstGeom prst="rect">
            <a:avLst/>
          </a:prstGeom>
          <a:noFill/>
          <a:ln>
            <a:noFill/>
          </a:ln>
        </p:spPr>
        <p:txBody>
          <a:bodyPr anchorCtr="0" anchor="t" bIns="0" lIns="0" spcFirstLastPara="1" rIns="0" wrap="square" tIns="0">
            <a:spAutoFit/>
          </a:bodyPr>
          <a:lstStyle/>
          <a:p>
            <a:pPr indent="0" lvl="0" marL="0" marR="0" rtl="0" algn="ctr">
              <a:lnSpc>
                <a:spcPct val="112987"/>
              </a:lnSpc>
              <a:spcBef>
                <a:spcPts val="0"/>
              </a:spcBef>
              <a:spcAft>
                <a:spcPts val="0"/>
              </a:spcAft>
              <a:buClr>
                <a:srgbClr val="000000"/>
              </a:buClr>
              <a:buSzPts val="3000"/>
              <a:buFont typeface="Arial"/>
              <a:buNone/>
            </a:pPr>
            <a:r>
              <a:rPr b="1" i="0" lang="es" sz="2400" u="none" cap="none" strike="noStrike">
                <a:solidFill>
                  <a:srgbClr val="131416"/>
                </a:solidFill>
                <a:latin typeface="Montserrat"/>
                <a:ea typeface="Montserrat"/>
                <a:cs typeface="Montserrat"/>
                <a:sym typeface="Montserrat"/>
              </a:rPr>
              <a:t>COMPETENCIA QUE DESARROLLAREMOS</a:t>
            </a:r>
            <a:endParaRPr b="1" i="0" sz="100" u="none" cap="none" strike="noStrike">
              <a:solidFill>
                <a:srgbClr val="000000"/>
              </a:solidFill>
              <a:latin typeface="Montserrat"/>
              <a:ea typeface="Montserrat"/>
              <a:cs typeface="Montserrat"/>
              <a:sym typeface="Montserrat"/>
            </a:endParaRPr>
          </a:p>
        </p:txBody>
      </p:sp>
      <p:sp>
        <p:nvSpPr>
          <p:cNvPr id="188" name="Google Shape;188;p6"/>
          <p:cNvSpPr txBox="1"/>
          <p:nvPr/>
        </p:nvSpPr>
        <p:spPr>
          <a:xfrm>
            <a:off x="555675" y="2150350"/>
            <a:ext cx="8115300" cy="11112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chemeClr val="dk1"/>
              </a:buClr>
              <a:buSzPts val="1100"/>
              <a:buFont typeface="Arial"/>
              <a:buNone/>
            </a:pPr>
            <a:r>
              <a:rPr b="0" i="0" lang="es" sz="1900" u="none" cap="none" strike="noStrike">
                <a:solidFill>
                  <a:srgbClr val="131416"/>
                </a:solidFill>
                <a:latin typeface="Montserrat"/>
                <a:ea typeface="Montserrat"/>
                <a:cs typeface="Montserrat"/>
                <a:sym typeface="Montserrat"/>
              </a:rPr>
              <a:t>Comprender el funcionamiento del lenguaje de programación a través de su aplicación para la resolución de</a:t>
            </a:r>
            <a:endParaRPr b="0" i="0" sz="1900" u="none" cap="none" strike="noStrike">
              <a:solidFill>
                <a:srgbClr val="131416"/>
              </a:solidFill>
              <a:latin typeface="Montserrat"/>
              <a:ea typeface="Montserrat"/>
              <a:cs typeface="Montserrat"/>
              <a:sym typeface="Montserrat"/>
            </a:endParaRPr>
          </a:p>
          <a:p>
            <a:pPr indent="0" lvl="0" marL="0" marR="0" rtl="0" algn="ctr">
              <a:lnSpc>
                <a:spcPct val="140000"/>
              </a:lnSpc>
              <a:spcBef>
                <a:spcPts val="0"/>
              </a:spcBef>
              <a:spcAft>
                <a:spcPts val="0"/>
              </a:spcAft>
              <a:buClr>
                <a:schemeClr val="dk1"/>
              </a:buClr>
              <a:buSzPts val="1100"/>
              <a:buFont typeface="Arial"/>
              <a:buNone/>
            </a:pPr>
            <a:r>
              <a:rPr b="0" i="0" lang="es" sz="1900" u="none" cap="none" strike="noStrike">
                <a:solidFill>
                  <a:srgbClr val="131416"/>
                </a:solidFill>
                <a:latin typeface="Montserrat"/>
                <a:ea typeface="Montserrat"/>
                <a:cs typeface="Montserrat"/>
                <a:sym typeface="Montserrat"/>
              </a:rPr>
              <a:t>problemas relacionados con las fases del compilador.</a:t>
            </a:r>
            <a:endParaRPr b="0" i="0" sz="1900" u="none" cap="none" strike="noStrike">
              <a:solidFill>
                <a:srgbClr val="131416"/>
              </a:solidFill>
              <a:latin typeface="Montserrat"/>
              <a:ea typeface="Montserrat"/>
              <a:cs typeface="Montserrat"/>
              <a:sym typeface="Montserrat"/>
            </a:endParaRPr>
          </a:p>
        </p:txBody>
      </p:sp>
      <p:sp>
        <p:nvSpPr>
          <p:cNvPr id="189" name="Google Shape;189;p6"/>
          <p:cNvSpPr/>
          <p:nvPr/>
        </p:nvSpPr>
        <p:spPr>
          <a:xfrm>
            <a:off x="6270654" y="0"/>
            <a:ext cx="2873346" cy="85589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pic>
        <p:nvPicPr>
          <p:cNvPr id="190" name="Google Shape;190;p6"/>
          <p:cNvPicPr preferRelativeResize="0"/>
          <p:nvPr/>
        </p:nvPicPr>
        <p:blipFill rotWithShape="1">
          <a:blip r:embed="rId4">
            <a:alphaModFix/>
          </a:blip>
          <a:srcRect b="0" l="0" r="0" t="0"/>
          <a:stretch/>
        </p:blipFill>
        <p:spPr>
          <a:xfrm>
            <a:off x="7046082" y="4160100"/>
            <a:ext cx="2097917" cy="9834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7"/>
          <p:cNvSpPr txBox="1"/>
          <p:nvPr/>
        </p:nvSpPr>
        <p:spPr>
          <a:xfrm>
            <a:off x="687449" y="327175"/>
            <a:ext cx="5402100" cy="9834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3000"/>
              <a:buFont typeface="Arial"/>
              <a:buNone/>
            </a:pPr>
            <a:r>
              <a:rPr b="1" i="0" lang="es" sz="3000" u="none" cap="none" strike="noStrike">
                <a:solidFill>
                  <a:srgbClr val="131416"/>
                </a:solidFill>
                <a:latin typeface="Montserrat"/>
                <a:ea typeface="Montserrat"/>
                <a:cs typeface="Montserrat"/>
                <a:sym typeface="Montserrat"/>
              </a:rPr>
              <a:t>Definición y construcción de árboles de derivación</a:t>
            </a:r>
            <a:endParaRPr b="1" i="0" sz="700" u="none" cap="none" strike="noStrike">
              <a:solidFill>
                <a:srgbClr val="000000"/>
              </a:solidFill>
              <a:latin typeface="Montserrat"/>
              <a:ea typeface="Montserrat"/>
              <a:cs typeface="Montserrat"/>
              <a:sym typeface="Montserrat"/>
            </a:endParaRPr>
          </a:p>
        </p:txBody>
      </p:sp>
      <p:sp>
        <p:nvSpPr>
          <p:cNvPr id="196" name="Google Shape;196;p7"/>
          <p:cNvSpPr/>
          <p:nvPr/>
        </p:nvSpPr>
        <p:spPr>
          <a:xfrm>
            <a:off x="895707" y="1639054"/>
            <a:ext cx="330000" cy="11400"/>
          </a:xfrm>
          <a:prstGeom prst="roundRect">
            <a:avLst>
              <a:gd fmla="val 346356" name="adj"/>
            </a:avLst>
          </a:prstGeom>
          <a:solidFill>
            <a:srgbClr val="56565B"/>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1400" u="none" cap="none" strike="noStrike">
              <a:solidFill>
                <a:schemeClr val="dk1"/>
              </a:solidFill>
              <a:latin typeface="Montserrat"/>
              <a:ea typeface="Montserrat"/>
              <a:cs typeface="Montserrat"/>
              <a:sym typeface="Montserrat"/>
            </a:endParaRPr>
          </a:p>
        </p:txBody>
      </p:sp>
      <p:sp>
        <p:nvSpPr>
          <p:cNvPr id="197" name="Google Shape;197;p7"/>
          <p:cNvSpPr/>
          <p:nvPr/>
        </p:nvSpPr>
        <p:spPr>
          <a:xfrm>
            <a:off x="773728" y="1574047"/>
            <a:ext cx="54900" cy="1416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CFD0D8"/>
              </a:buClr>
              <a:buSzPts val="1100"/>
              <a:buFont typeface="Instrument Sans SemiBold"/>
              <a:buNone/>
            </a:pPr>
            <a:r>
              <a:rPr b="1" i="0" lang="es" sz="1400" u="none" cap="none" strike="noStrike">
                <a:solidFill>
                  <a:schemeClr val="dk1"/>
                </a:solidFill>
                <a:latin typeface="Montserrat"/>
                <a:ea typeface="Montserrat"/>
                <a:cs typeface="Montserrat"/>
                <a:sym typeface="Montserrat"/>
              </a:rPr>
              <a:t>1</a:t>
            </a:r>
            <a:endParaRPr b="0" i="0" sz="1400" u="none" cap="none" strike="noStrike">
              <a:solidFill>
                <a:schemeClr val="dk1"/>
              </a:solidFill>
              <a:latin typeface="Montserrat"/>
              <a:ea typeface="Montserrat"/>
              <a:cs typeface="Montserrat"/>
              <a:sym typeface="Montserrat"/>
            </a:endParaRPr>
          </a:p>
        </p:txBody>
      </p:sp>
      <p:sp>
        <p:nvSpPr>
          <p:cNvPr id="198" name="Google Shape;198;p7"/>
          <p:cNvSpPr/>
          <p:nvPr/>
        </p:nvSpPr>
        <p:spPr>
          <a:xfrm>
            <a:off x="1319510" y="1526957"/>
            <a:ext cx="1178400" cy="147300"/>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CFD0D8"/>
              </a:buClr>
              <a:buSzPts val="900"/>
              <a:buFont typeface="Instrument Sans SemiBold"/>
              <a:buNone/>
            </a:pPr>
            <a:r>
              <a:rPr b="1" i="0" lang="es" sz="1400" u="none" cap="none" strike="noStrike">
                <a:solidFill>
                  <a:schemeClr val="dk1"/>
                </a:solidFill>
                <a:latin typeface="Montserrat"/>
                <a:ea typeface="Montserrat"/>
                <a:cs typeface="Montserrat"/>
                <a:sym typeface="Montserrat"/>
              </a:rPr>
              <a:t>Definición</a:t>
            </a:r>
            <a:endParaRPr b="0" i="0" sz="1400" u="none" cap="none" strike="noStrike">
              <a:solidFill>
                <a:schemeClr val="dk1"/>
              </a:solidFill>
              <a:latin typeface="Montserrat"/>
              <a:ea typeface="Montserrat"/>
              <a:cs typeface="Montserrat"/>
              <a:sym typeface="Montserrat"/>
            </a:endParaRPr>
          </a:p>
        </p:txBody>
      </p:sp>
      <p:sp>
        <p:nvSpPr>
          <p:cNvPr id="199" name="Google Shape;199;p7"/>
          <p:cNvSpPr/>
          <p:nvPr/>
        </p:nvSpPr>
        <p:spPr>
          <a:xfrm>
            <a:off x="1319510" y="1730733"/>
            <a:ext cx="7029300" cy="452400"/>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CFD0D8"/>
              </a:buClr>
              <a:buSzPts val="700"/>
              <a:buFont typeface="Instrument Sans Medium"/>
              <a:buNone/>
            </a:pPr>
            <a:r>
              <a:rPr b="0" i="0" lang="es" sz="1400" u="none" cap="none" strike="noStrike">
                <a:solidFill>
                  <a:schemeClr val="dk1"/>
                </a:solidFill>
                <a:latin typeface="Montserrat"/>
                <a:ea typeface="Montserrat"/>
                <a:cs typeface="Montserrat"/>
                <a:sym typeface="Montserrat"/>
              </a:rPr>
              <a:t>Los árboles de derivación son representaciones visuales de la estructura sintáctica de una oración o expresión en un lenguaje de programación. Muestran cómo los diferentes elementos se relacionan entre sí.</a:t>
            </a:r>
            <a:endParaRPr b="0" i="0" sz="1400" u="none" cap="none" strike="noStrike">
              <a:solidFill>
                <a:schemeClr val="dk1"/>
              </a:solidFill>
              <a:latin typeface="Montserrat"/>
              <a:ea typeface="Montserrat"/>
              <a:cs typeface="Montserrat"/>
              <a:sym typeface="Montserrat"/>
            </a:endParaRPr>
          </a:p>
        </p:txBody>
      </p:sp>
      <p:sp>
        <p:nvSpPr>
          <p:cNvPr id="200" name="Google Shape;200;p7"/>
          <p:cNvSpPr/>
          <p:nvPr/>
        </p:nvSpPr>
        <p:spPr>
          <a:xfrm>
            <a:off x="888065" y="2908213"/>
            <a:ext cx="330000" cy="11400"/>
          </a:xfrm>
          <a:prstGeom prst="roundRect">
            <a:avLst>
              <a:gd fmla="val 346356" name="adj"/>
            </a:avLst>
          </a:prstGeom>
          <a:solidFill>
            <a:srgbClr val="56565B"/>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1400" u="none" cap="none" strike="noStrike">
              <a:solidFill>
                <a:schemeClr val="dk1"/>
              </a:solidFill>
              <a:latin typeface="Montserrat"/>
              <a:ea typeface="Montserrat"/>
              <a:cs typeface="Montserrat"/>
              <a:sym typeface="Montserrat"/>
            </a:endParaRPr>
          </a:p>
        </p:txBody>
      </p:sp>
      <p:sp>
        <p:nvSpPr>
          <p:cNvPr id="201" name="Google Shape;201;p7"/>
          <p:cNvSpPr/>
          <p:nvPr/>
        </p:nvSpPr>
        <p:spPr>
          <a:xfrm>
            <a:off x="754060" y="2843205"/>
            <a:ext cx="78900" cy="1416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CFD0D8"/>
              </a:buClr>
              <a:buSzPts val="1100"/>
              <a:buFont typeface="Instrument Sans SemiBold"/>
              <a:buNone/>
            </a:pPr>
            <a:r>
              <a:rPr b="1" i="0" lang="es" sz="1400" u="none" cap="none" strike="noStrike">
                <a:solidFill>
                  <a:schemeClr val="dk1"/>
                </a:solidFill>
                <a:latin typeface="Montserrat"/>
                <a:ea typeface="Montserrat"/>
                <a:cs typeface="Montserrat"/>
                <a:sym typeface="Montserrat"/>
              </a:rPr>
              <a:t>2</a:t>
            </a:r>
            <a:endParaRPr b="0" i="0" sz="1400" u="none" cap="none" strike="noStrike">
              <a:solidFill>
                <a:schemeClr val="dk1"/>
              </a:solidFill>
              <a:latin typeface="Montserrat"/>
              <a:ea typeface="Montserrat"/>
              <a:cs typeface="Montserrat"/>
              <a:sym typeface="Montserrat"/>
            </a:endParaRPr>
          </a:p>
        </p:txBody>
      </p:sp>
      <p:sp>
        <p:nvSpPr>
          <p:cNvPr id="202" name="Google Shape;202;p7"/>
          <p:cNvSpPr/>
          <p:nvPr/>
        </p:nvSpPr>
        <p:spPr>
          <a:xfrm>
            <a:off x="1311879" y="2796125"/>
            <a:ext cx="1826700" cy="147300"/>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CFD0D8"/>
              </a:buClr>
              <a:buSzPts val="900"/>
              <a:buFont typeface="Instrument Sans SemiBold"/>
              <a:buNone/>
            </a:pPr>
            <a:r>
              <a:rPr b="1" i="0" lang="es" sz="1400" u="none" cap="none" strike="noStrike">
                <a:solidFill>
                  <a:schemeClr val="dk1"/>
                </a:solidFill>
                <a:latin typeface="Montserrat"/>
                <a:ea typeface="Montserrat"/>
                <a:cs typeface="Montserrat"/>
                <a:sym typeface="Montserrat"/>
              </a:rPr>
              <a:t>Construcción</a:t>
            </a:r>
            <a:endParaRPr b="0" i="0" sz="1400" u="none" cap="none" strike="noStrike">
              <a:solidFill>
                <a:schemeClr val="dk1"/>
              </a:solidFill>
              <a:latin typeface="Montserrat"/>
              <a:ea typeface="Montserrat"/>
              <a:cs typeface="Montserrat"/>
              <a:sym typeface="Montserrat"/>
            </a:endParaRPr>
          </a:p>
        </p:txBody>
      </p:sp>
      <p:sp>
        <p:nvSpPr>
          <p:cNvPr id="203" name="Google Shape;203;p7"/>
          <p:cNvSpPr/>
          <p:nvPr/>
        </p:nvSpPr>
        <p:spPr>
          <a:xfrm>
            <a:off x="1311868" y="2999891"/>
            <a:ext cx="6851100" cy="452400"/>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CFD0D8"/>
              </a:buClr>
              <a:buSzPts val="700"/>
              <a:buFont typeface="Instrument Sans Medium"/>
              <a:buNone/>
            </a:pPr>
            <a:r>
              <a:rPr b="0" i="0" lang="es" sz="1400" u="none" cap="none" strike="noStrike">
                <a:solidFill>
                  <a:schemeClr val="dk1"/>
                </a:solidFill>
                <a:latin typeface="Montserrat"/>
                <a:ea typeface="Montserrat"/>
                <a:cs typeface="Montserrat"/>
                <a:sym typeface="Montserrat"/>
              </a:rPr>
              <a:t>Para construir un árbol de derivación, partimos de la gramática del lenguaje y aplicamos reglas de derivación, expandiendo los símbolos no terminales hasta obtener únicamente símbolos terminales.</a:t>
            </a:r>
            <a:endParaRPr b="0" i="0" sz="1400" u="none" cap="none" strike="noStrike">
              <a:solidFill>
                <a:schemeClr val="dk1"/>
              </a:solidFill>
              <a:latin typeface="Montserrat"/>
              <a:ea typeface="Montserrat"/>
              <a:cs typeface="Montserrat"/>
              <a:sym typeface="Montserrat"/>
            </a:endParaRPr>
          </a:p>
        </p:txBody>
      </p:sp>
      <p:sp>
        <p:nvSpPr>
          <p:cNvPr id="204" name="Google Shape;204;p7"/>
          <p:cNvSpPr/>
          <p:nvPr/>
        </p:nvSpPr>
        <p:spPr>
          <a:xfrm>
            <a:off x="888065" y="4142608"/>
            <a:ext cx="330000" cy="11400"/>
          </a:xfrm>
          <a:prstGeom prst="roundRect">
            <a:avLst>
              <a:gd fmla="val 346356" name="adj"/>
            </a:avLst>
          </a:prstGeom>
          <a:solidFill>
            <a:srgbClr val="56565B"/>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1400" u="none" cap="none" strike="noStrike">
              <a:solidFill>
                <a:schemeClr val="dk1"/>
              </a:solidFill>
              <a:latin typeface="Montserrat"/>
              <a:ea typeface="Montserrat"/>
              <a:cs typeface="Montserrat"/>
              <a:sym typeface="Montserrat"/>
            </a:endParaRPr>
          </a:p>
        </p:txBody>
      </p:sp>
      <p:sp>
        <p:nvSpPr>
          <p:cNvPr id="205" name="Google Shape;205;p7"/>
          <p:cNvSpPr/>
          <p:nvPr/>
        </p:nvSpPr>
        <p:spPr>
          <a:xfrm>
            <a:off x="752513" y="4077600"/>
            <a:ext cx="81900" cy="1416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CFD0D8"/>
              </a:buClr>
              <a:buSzPts val="1100"/>
              <a:buFont typeface="Instrument Sans SemiBold"/>
              <a:buNone/>
            </a:pPr>
            <a:r>
              <a:rPr b="1" i="0" lang="es" sz="1400" u="none" cap="none" strike="noStrike">
                <a:solidFill>
                  <a:schemeClr val="dk1"/>
                </a:solidFill>
                <a:latin typeface="Montserrat"/>
                <a:ea typeface="Montserrat"/>
                <a:cs typeface="Montserrat"/>
                <a:sym typeface="Montserrat"/>
              </a:rPr>
              <a:t>3</a:t>
            </a:r>
            <a:endParaRPr b="0" i="0" sz="1400" u="none" cap="none" strike="noStrike">
              <a:solidFill>
                <a:schemeClr val="dk1"/>
              </a:solidFill>
              <a:latin typeface="Montserrat"/>
              <a:ea typeface="Montserrat"/>
              <a:cs typeface="Montserrat"/>
              <a:sym typeface="Montserrat"/>
            </a:endParaRPr>
          </a:p>
        </p:txBody>
      </p:sp>
      <p:sp>
        <p:nvSpPr>
          <p:cNvPr id="206" name="Google Shape;206;p7"/>
          <p:cNvSpPr/>
          <p:nvPr/>
        </p:nvSpPr>
        <p:spPr>
          <a:xfrm>
            <a:off x="1311868" y="4030510"/>
            <a:ext cx="1178400" cy="147300"/>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CFD0D8"/>
              </a:buClr>
              <a:buSzPts val="900"/>
              <a:buFont typeface="Instrument Sans SemiBold"/>
              <a:buNone/>
            </a:pPr>
            <a:r>
              <a:rPr b="1" i="0" lang="es" sz="1400" u="none" cap="none" strike="noStrike">
                <a:solidFill>
                  <a:schemeClr val="dk1"/>
                </a:solidFill>
                <a:latin typeface="Montserrat"/>
                <a:ea typeface="Montserrat"/>
                <a:cs typeface="Montserrat"/>
                <a:sym typeface="Montserrat"/>
              </a:rPr>
              <a:t>Importancia</a:t>
            </a:r>
            <a:endParaRPr b="0" i="0" sz="1400" u="none" cap="none" strike="noStrike">
              <a:solidFill>
                <a:schemeClr val="dk1"/>
              </a:solidFill>
              <a:latin typeface="Montserrat"/>
              <a:ea typeface="Montserrat"/>
              <a:cs typeface="Montserrat"/>
              <a:sym typeface="Montserrat"/>
            </a:endParaRPr>
          </a:p>
        </p:txBody>
      </p:sp>
      <p:sp>
        <p:nvSpPr>
          <p:cNvPr id="207" name="Google Shape;207;p7"/>
          <p:cNvSpPr/>
          <p:nvPr/>
        </p:nvSpPr>
        <p:spPr>
          <a:xfrm>
            <a:off x="1311868" y="4234286"/>
            <a:ext cx="7106700" cy="452400"/>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CFD0D8"/>
              </a:buClr>
              <a:buSzPts val="700"/>
              <a:buFont typeface="Instrument Sans Medium"/>
              <a:buNone/>
            </a:pPr>
            <a:r>
              <a:rPr b="0" i="0" lang="es" sz="1400" u="none" cap="none" strike="noStrike">
                <a:solidFill>
                  <a:schemeClr val="dk1"/>
                </a:solidFill>
                <a:latin typeface="Montserrat"/>
                <a:ea typeface="Montserrat"/>
                <a:cs typeface="Montserrat"/>
                <a:sym typeface="Montserrat"/>
              </a:rPr>
              <a:t>Estos árboles son cruciales para entender el funcionamiento interno de los lenguajes y facilitarles a los estudiantes de ingeniería el análisis sintáctico.</a:t>
            </a:r>
            <a:endParaRPr b="0" i="0" sz="1400" u="none" cap="none" strike="noStrike">
              <a:solidFill>
                <a:schemeClr val="dk1"/>
              </a:solidFill>
              <a:latin typeface="Montserrat"/>
              <a:ea typeface="Montserrat"/>
              <a:cs typeface="Montserrat"/>
              <a:sym typeface="Montserrat"/>
            </a:endParaRPr>
          </a:p>
        </p:txBody>
      </p:sp>
      <p:sp>
        <p:nvSpPr>
          <p:cNvPr id="208" name="Google Shape;208;p7"/>
          <p:cNvSpPr/>
          <p:nvPr/>
        </p:nvSpPr>
        <p:spPr>
          <a:xfrm>
            <a:off x="6270654" y="0"/>
            <a:ext cx="2873346" cy="85589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8"/>
          <p:cNvSpPr txBox="1"/>
          <p:nvPr/>
        </p:nvSpPr>
        <p:spPr>
          <a:xfrm>
            <a:off x="687450" y="327175"/>
            <a:ext cx="4435500" cy="1003500"/>
          </a:xfrm>
          <a:prstGeom prst="rect">
            <a:avLst/>
          </a:prstGeom>
          <a:noFill/>
          <a:ln>
            <a:noFill/>
          </a:ln>
        </p:spPr>
        <p:txBody>
          <a:bodyPr anchorCtr="0" anchor="t" bIns="0" lIns="0" spcFirstLastPara="1" rIns="0" wrap="square" tIns="0">
            <a:spAutoFit/>
          </a:bodyPr>
          <a:lstStyle/>
          <a:p>
            <a:pPr indent="0" lvl="0" marL="0" marR="0" rtl="0" algn="ctr">
              <a:lnSpc>
                <a:spcPct val="112987"/>
              </a:lnSpc>
              <a:spcBef>
                <a:spcPts val="0"/>
              </a:spcBef>
              <a:spcAft>
                <a:spcPts val="0"/>
              </a:spcAft>
              <a:buClr>
                <a:srgbClr val="000000"/>
              </a:buClr>
              <a:buSzPts val="3000"/>
              <a:buFont typeface="Arial"/>
              <a:buNone/>
            </a:pPr>
            <a:r>
              <a:rPr b="1" i="0" lang="es" sz="2000" u="none" cap="none" strike="noStrike">
                <a:solidFill>
                  <a:srgbClr val="131416"/>
                </a:solidFill>
                <a:latin typeface="Montserrat"/>
                <a:ea typeface="Montserrat"/>
                <a:cs typeface="Montserrat"/>
                <a:sym typeface="Montserrat"/>
              </a:rPr>
              <a:t>Ejemplo práctico de construcción de árbol de derivación</a:t>
            </a:r>
            <a:endParaRPr b="1" i="0" sz="2000" u="none" cap="none" strike="noStrike">
              <a:solidFill>
                <a:srgbClr val="000000"/>
              </a:solidFill>
              <a:latin typeface="Montserrat"/>
              <a:ea typeface="Montserrat"/>
              <a:cs typeface="Montserrat"/>
              <a:sym typeface="Montserrat"/>
            </a:endParaRPr>
          </a:p>
        </p:txBody>
      </p:sp>
      <p:pic>
        <p:nvPicPr>
          <p:cNvPr id="214" name="Google Shape;214;p8"/>
          <p:cNvPicPr preferRelativeResize="0"/>
          <p:nvPr/>
        </p:nvPicPr>
        <p:blipFill rotWithShape="1">
          <a:blip r:embed="rId3">
            <a:alphaModFix/>
          </a:blip>
          <a:srcRect b="0" l="0" r="0" t="0"/>
          <a:stretch/>
        </p:blipFill>
        <p:spPr>
          <a:xfrm>
            <a:off x="687445" y="1540357"/>
            <a:ext cx="509350" cy="814924"/>
          </a:xfrm>
          <a:prstGeom prst="rect">
            <a:avLst/>
          </a:prstGeom>
          <a:noFill/>
          <a:ln>
            <a:noFill/>
          </a:ln>
        </p:spPr>
      </p:pic>
      <p:sp>
        <p:nvSpPr>
          <p:cNvPr id="215" name="Google Shape;215;p8"/>
          <p:cNvSpPr/>
          <p:nvPr/>
        </p:nvSpPr>
        <p:spPr>
          <a:xfrm>
            <a:off x="1349550" y="1642225"/>
            <a:ext cx="1404900" cy="159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FD0D8"/>
              </a:buClr>
              <a:buSzPts val="1000"/>
              <a:buFont typeface="Instrument Sans SemiBold"/>
              <a:buNone/>
            </a:pPr>
            <a:r>
              <a:rPr b="1" i="0" lang="es" sz="1400" u="none" cap="none" strike="noStrike">
                <a:solidFill>
                  <a:schemeClr val="dk1"/>
                </a:solidFill>
                <a:latin typeface="Montserrat"/>
                <a:ea typeface="Montserrat"/>
                <a:cs typeface="Montserrat"/>
                <a:sym typeface="Montserrat"/>
              </a:rPr>
              <a:t>Expresión</a:t>
            </a:r>
            <a:endParaRPr b="0" i="0" sz="1400" u="none" cap="none" strike="noStrike">
              <a:solidFill>
                <a:schemeClr val="dk1"/>
              </a:solidFill>
              <a:latin typeface="Montserrat"/>
              <a:ea typeface="Montserrat"/>
              <a:cs typeface="Montserrat"/>
              <a:sym typeface="Montserrat"/>
            </a:endParaRPr>
          </a:p>
        </p:txBody>
      </p:sp>
      <p:sp>
        <p:nvSpPr>
          <p:cNvPr id="216" name="Google Shape;216;p8"/>
          <p:cNvSpPr/>
          <p:nvPr/>
        </p:nvSpPr>
        <p:spPr>
          <a:xfrm>
            <a:off x="1349550" y="1862430"/>
            <a:ext cx="3526500" cy="162900"/>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CFD0D8"/>
              </a:buClr>
              <a:buSzPts val="800"/>
              <a:buFont typeface="Instrument Sans Medium"/>
              <a:buNone/>
            </a:pPr>
            <a:r>
              <a:rPr b="0" i="0" lang="es" sz="1400" u="none" cap="none" strike="noStrike">
                <a:solidFill>
                  <a:schemeClr val="dk1"/>
                </a:solidFill>
                <a:latin typeface="Montserrat"/>
                <a:ea typeface="Montserrat"/>
                <a:cs typeface="Montserrat"/>
                <a:sym typeface="Montserrat"/>
              </a:rPr>
              <a:t>Consideremos la expresión: "abbba"</a:t>
            </a:r>
            <a:endParaRPr b="0" i="0" sz="1400" u="none" cap="none" strike="noStrike">
              <a:solidFill>
                <a:schemeClr val="dk1"/>
              </a:solidFill>
              <a:latin typeface="Montserrat"/>
              <a:ea typeface="Montserrat"/>
              <a:cs typeface="Montserrat"/>
              <a:sym typeface="Montserrat"/>
            </a:endParaRPr>
          </a:p>
        </p:txBody>
      </p:sp>
      <p:pic>
        <p:nvPicPr>
          <p:cNvPr id="217" name="Google Shape;217;p8"/>
          <p:cNvPicPr preferRelativeResize="0"/>
          <p:nvPr/>
        </p:nvPicPr>
        <p:blipFill rotWithShape="1">
          <a:blip r:embed="rId4">
            <a:alphaModFix/>
          </a:blip>
          <a:srcRect b="0" l="0" r="0" t="0"/>
          <a:stretch/>
        </p:blipFill>
        <p:spPr>
          <a:xfrm>
            <a:off x="687445" y="2355281"/>
            <a:ext cx="509350" cy="814924"/>
          </a:xfrm>
          <a:prstGeom prst="rect">
            <a:avLst/>
          </a:prstGeom>
          <a:noFill/>
          <a:ln>
            <a:noFill/>
          </a:ln>
        </p:spPr>
      </p:pic>
      <p:sp>
        <p:nvSpPr>
          <p:cNvPr id="218" name="Google Shape;218;p8"/>
          <p:cNvSpPr/>
          <p:nvPr/>
        </p:nvSpPr>
        <p:spPr>
          <a:xfrm>
            <a:off x="1349550" y="2457146"/>
            <a:ext cx="1404900" cy="159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FD0D8"/>
              </a:buClr>
              <a:buSzPts val="1000"/>
              <a:buFont typeface="Instrument Sans SemiBold"/>
              <a:buNone/>
            </a:pPr>
            <a:r>
              <a:rPr b="1" i="0" lang="es" sz="1400" u="none" cap="none" strike="noStrike">
                <a:solidFill>
                  <a:schemeClr val="dk1"/>
                </a:solidFill>
                <a:latin typeface="Montserrat"/>
                <a:ea typeface="Montserrat"/>
                <a:cs typeface="Montserrat"/>
                <a:sym typeface="Montserrat"/>
              </a:rPr>
              <a:t>Gramática</a:t>
            </a:r>
            <a:endParaRPr b="0" i="0" sz="1400" u="none" cap="none" strike="noStrike">
              <a:solidFill>
                <a:schemeClr val="dk1"/>
              </a:solidFill>
              <a:latin typeface="Montserrat"/>
              <a:ea typeface="Montserrat"/>
              <a:cs typeface="Montserrat"/>
              <a:sym typeface="Montserrat"/>
            </a:endParaRPr>
          </a:p>
        </p:txBody>
      </p:sp>
      <p:sp>
        <p:nvSpPr>
          <p:cNvPr id="219" name="Google Shape;219;p8"/>
          <p:cNvSpPr/>
          <p:nvPr/>
        </p:nvSpPr>
        <p:spPr>
          <a:xfrm>
            <a:off x="1349550" y="2677351"/>
            <a:ext cx="3526500" cy="325800"/>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CFD0D8"/>
              </a:buClr>
              <a:buSzPts val="800"/>
              <a:buFont typeface="Instrument Sans Medium"/>
              <a:buNone/>
            </a:pPr>
            <a:r>
              <a:rPr b="0" i="0" lang="es" sz="1400" u="none" cap="none" strike="noStrike">
                <a:solidFill>
                  <a:schemeClr val="dk1"/>
                </a:solidFill>
                <a:latin typeface="Montserrat"/>
                <a:ea typeface="Montserrat"/>
                <a:cs typeface="Montserrat"/>
                <a:sym typeface="Montserrat"/>
              </a:rPr>
              <a:t>Aplicando las reglas de la gramática, construimos el árbol de derivación paso a paso.</a:t>
            </a:r>
            <a:endParaRPr b="0" i="0" sz="1400" u="none" cap="none" strike="noStrike">
              <a:solidFill>
                <a:schemeClr val="dk1"/>
              </a:solidFill>
              <a:latin typeface="Montserrat"/>
              <a:ea typeface="Montserrat"/>
              <a:cs typeface="Montserrat"/>
              <a:sym typeface="Montserrat"/>
            </a:endParaRPr>
          </a:p>
        </p:txBody>
      </p:sp>
      <p:pic>
        <p:nvPicPr>
          <p:cNvPr id="220" name="Google Shape;220;p8"/>
          <p:cNvPicPr preferRelativeResize="0"/>
          <p:nvPr/>
        </p:nvPicPr>
        <p:blipFill rotWithShape="1">
          <a:blip r:embed="rId5">
            <a:alphaModFix/>
          </a:blip>
          <a:srcRect b="0" l="0" r="0" t="0"/>
          <a:stretch/>
        </p:blipFill>
        <p:spPr>
          <a:xfrm>
            <a:off x="687445" y="3582685"/>
            <a:ext cx="509350" cy="814924"/>
          </a:xfrm>
          <a:prstGeom prst="rect">
            <a:avLst/>
          </a:prstGeom>
          <a:noFill/>
          <a:ln>
            <a:noFill/>
          </a:ln>
        </p:spPr>
      </p:pic>
      <p:sp>
        <p:nvSpPr>
          <p:cNvPr id="221" name="Google Shape;221;p8"/>
          <p:cNvSpPr/>
          <p:nvPr/>
        </p:nvSpPr>
        <p:spPr>
          <a:xfrm>
            <a:off x="1349550" y="3684546"/>
            <a:ext cx="1404900" cy="159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FD0D8"/>
              </a:buClr>
              <a:buSzPts val="1000"/>
              <a:buFont typeface="Instrument Sans SemiBold"/>
              <a:buNone/>
            </a:pPr>
            <a:r>
              <a:rPr b="1" i="0" lang="es" sz="1400" u="none" cap="none" strike="noStrike">
                <a:solidFill>
                  <a:schemeClr val="dk1"/>
                </a:solidFill>
                <a:latin typeface="Montserrat"/>
                <a:ea typeface="Montserrat"/>
                <a:cs typeface="Montserrat"/>
                <a:sym typeface="Montserrat"/>
              </a:rPr>
              <a:t>Resultado</a:t>
            </a:r>
            <a:endParaRPr b="0" i="0" sz="1400" u="none" cap="none" strike="noStrike">
              <a:solidFill>
                <a:schemeClr val="dk1"/>
              </a:solidFill>
              <a:latin typeface="Montserrat"/>
              <a:ea typeface="Montserrat"/>
              <a:cs typeface="Montserrat"/>
              <a:sym typeface="Montserrat"/>
            </a:endParaRPr>
          </a:p>
        </p:txBody>
      </p:sp>
      <p:sp>
        <p:nvSpPr>
          <p:cNvPr id="222" name="Google Shape;222;p8"/>
          <p:cNvSpPr/>
          <p:nvPr/>
        </p:nvSpPr>
        <p:spPr>
          <a:xfrm>
            <a:off x="1349550" y="3904751"/>
            <a:ext cx="3526500" cy="325800"/>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CFD0D8"/>
              </a:buClr>
              <a:buSzPts val="800"/>
              <a:buFont typeface="Instrument Sans Medium"/>
              <a:buNone/>
            </a:pPr>
            <a:r>
              <a:rPr b="0" i="0" lang="es" sz="1400" u="none" cap="none" strike="noStrike">
                <a:solidFill>
                  <a:schemeClr val="dk1"/>
                </a:solidFill>
                <a:latin typeface="Montserrat"/>
                <a:ea typeface="Montserrat"/>
                <a:cs typeface="Montserrat"/>
                <a:sym typeface="Montserrat"/>
              </a:rPr>
              <a:t>El árbol de derivación final muestra la estructura jerárquica de la expresión.</a:t>
            </a:r>
            <a:endParaRPr b="0" i="0" sz="1400" u="none" cap="none" strike="noStrike">
              <a:solidFill>
                <a:schemeClr val="dk1"/>
              </a:solidFill>
              <a:latin typeface="Montserrat"/>
              <a:ea typeface="Montserrat"/>
              <a:cs typeface="Montserrat"/>
              <a:sym typeface="Montserrat"/>
            </a:endParaRPr>
          </a:p>
        </p:txBody>
      </p:sp>
      <p:pic>
        <p:nvPicPr>
          <p:cNvPr id="223" name="Google Shape;223;p8"/>
          <p:cNvPicPr preferRelativeResize="0"/>
          <p:nvPr/>
        </p:nvPicPr>
        <p:blipFill rotWithShape="1">
          <a:blip r:embed="rId6">
            <a:alphaModFix/>
          </a:blip>
          <a:srcRect b="0" l="0" r="0" t="0"/>
          <a:stretch/>
        </p:blipFill>
        <p:spPr>
          <a:xfrm>
            <a:off x="5427499" y="1444148"/>
            <a:ext cx="3333379" cy="3118143"/>
          </a:xfrm>
          <a:prstGeom prst="rect">
            <a:avLst/>
          </a:prstGeom>
          <a:noFill/>
          <a:ln>
            <a:noFill/>
          </a:ln>
        </p:spPr>
      </p:pic>
      <p:sp>
        <p:nvSpPr>
          <p:cNvPr id="224" name="Google Shape;224;p8"/>
          <p:cNvSpPr/>
          <p:nvPr/>
        </p:nvSpPr>
        <p:spPr>
          <a:xfrm>
            <a:off x="6270654" y="0"/>
            <a:ext cx="2873346" cy="85589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7">
              <a:alphaModFix/>
            </a:blip>
            <a:stretch>
              <a:fillRect b="0" l="0" r="0" t="0"/>
            </a:stretch>
          </a:blipFill>
          <a:ln>
            <a:noFill/>
          </a:ln>
        </p:spPr>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9"/>
          <p:cNvSpPr txBox="1"/>
          <p:nvPr/>
        </p:nvSpPr>
        <p:spPr>
          <a:xfrm>
            <a:off x="687450" y="327175"/>
            <a:ext cx="4862100" cy="1003500"/>
          </a:xfrm>
          <a:prstGeom prst="rect">
            <a:avLst/>
          </a:prstGeom>
          <a:noFill/>
          <a:ln>
            <a:noFill/>
          </a:ln>
        </p:spPr>
        <p:txBody>
          <a:bodyPr anchorCtr="0" anchor="t" bIns="0" lIns="0" spcFirstLastPara="1" rIns="0" wrap="square" tIns="0">
            <a:spAutoFit/>
          </a:bodyPr>
          <a:lstStyle/>
          <a:p>
            <a:pPr indent="0" lvl="0" marL="0" marR="0" rtl="0" algn="ctr">
              <a:lnSpc>
                <a:spcPct val="112987"/>
              </a:lnSpc>
              <a:spcBef>
                <a:spcPts val="0"/>
              </a:spcBef>
              <a:spcAft>
                <a:spcPts val="0"/>
              </a:spcAft>
              <a:buClr>
                <a:srgbClr val="000000"/>
              </a:buClr>
              <a:buSzPts val="3000"/>
              <a:buFont typeface="Arial"/>
              <a:buNone/>
            </a:pPr>
            <a:r>
              <a:rPr b="1" i="0" lang="es" sz="2000" u="none" cap="none" strike="noStrike">
                <a:solidFill>
                  <a:srgbClr val="131416"/>
                </a:solidFill>
                <a:latin typeface="Montserrat"/>
                <a:ea typeface="Montserrat"/>
                <a:cs typeface="Montserrat"/>
                <a:sym typeface="Montserrat"/>
              </a:rPr>
              <a:t>Análisis de la definición y construcción de árboles de derivación</a:t>
            </a:r>
            <a:endParaRPr b="1" i="0" sz="2000" u="none" cap="none" strike="noStrike">
              <a:solidFill>
                <a:srgbClr val="131416"/>
              </a:solidFill>
              <a:latin typeface="Montserrat"/>
              <a:ea typeface="Montserrat"/>
              <a:cs typeface="Montserrat"/>
              <a:sym typeface="Montserrat"/>
            </a:endParaRPr>
          </a:p>
        </p:txBody>
      </p:sp>
      <p:sp>
        <p:nvSpPr>
          <p:cNvPr id="230" name="Google Shape;230;p9"/>
          <p:cNvSpPr/>
          <p:nvPr/>
        </p:nvSpPr>
        <p:spPr>
          <a:xfrm>
            <a:off x="466802" y="1606311"/>
            <a:ext cx="1417800" cy="177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BCCCE"/>
              </a:buClr>
              <a:buSzPts val="1100"/>
              <a:buFont typeface="Instrument Sans SemiBold"/>
              <a:buNone/>
            </a:pPr>
            <a:r>
              <a:rPr b="1" i="0" lang="es" sz="1400" u="none" cap="none" strike="noStrike">
                <a:solidFill>
                  <a:schemeClr val="dk1"/>
                </a:solidFill>
                <a:latin typeface="Montserrat"/>
                <a:ea typeface="Montserrat"/>
                <a:cs typeface="Montserrat"/>
                <a:sym typeface="Montserrat"/>
              </a:rPr>
              <a:t>Ventajas</a:t>
            </a:r>
            <a:endParaRPr b="0" i="0" sz="1400" u="none" cap="none" strike="noStrike">
              <a:solidFill>
                <a:schemeClr val="dk1"/>
              </a:solidFill>
              <a:latin typeface="Montserrat"/>
              <a:ea typeface="Montserrat"/>
              <a:cs typeface="Montserrat"/>
              <a:sym typeface="Montserrat"/>
            </a:endParaRPr>
          </a:p>
        </p:txBody>
      </p:sp>
      <p:sp>
        <p:nvSpPr>
          <p:cNvPr id="231" name="Google Shape;231;p9"/>
          <p:cNvSpPr/>
          <p:nvPr/>
        </p:nvSpPr>
        <p:spPr>
          <a:xfrm>
            <a:off x="466802" y="1896883"/>
            <a:ext cx="1989000" cy="9072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FD0D8"/>
              </a:buClr>
              <a:buSzPts val="900"/>
              <a:buFont typeface="Instrument Sans Medium"/>
              <a:buNone/>
            </a:pPr>
            <a:r>
              <a:rPr b="0" i="0" lang="es" sz="1400" u="none" cap="none" strike="noStrike">
                <a:solidFill>
                  <a:schemeClr val="dk1"/>
                </a:solidFill>
                <a:latin typeface="Montserrat"/>
                <a:ea typeface="Montserrat"/>
                <a:cs typeface="Montserrat"/>
                <a:sym typeface="Montserrat"/>
              </a:rPr>
              <a:t>Los árboles de derivación permiten visualizar la estructura sintáctica de forma clara y organizada, facilitando el análisis y la comprensión de los lenguajes.</a:t>
            </a:r>
            <a:endParaRPr b="0" i="0" sz="1400" u="none" cap="none" strike="noStrike">
              <a:solidFill>
                <a:schemeClr val="dk1"/>
              </a:solidFill>
              <a:latin typeface="Montserrat"/>
              <a:ea typeface="Montserrat"/>
              <a:cs typeface="Montserrat"/>
              <a:sym typeface="Montserrat"/>
            </a:endParaRPr>
          </a:p>
        </p:txBody>
      </p:sp>
      <p:sp>
        <p:nvSpPr>
          <p:cNvPr id="232" name="Google Shape;232;p9"/>
          <p:cNvSpPr/>
          <p:nvPr/>
        </p:nvSpPr>
        <p:spPr>
          <a:xfrm>
            <a:off x="3418896" y="1606311"/>
            <a:ext cx="1417800" cy="177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BCCCE"/>
              </a:buClr>
              <a:buSzPts val="1100"/>
              <a:buFont typeface="Instrument Sans SemiBold"/>
              <a:buNone/>
            </a:pPr>
            <a:r>
              <a:rPr b="1" i="0" lang="es" sz="1400" u="none" cap="none" strike="noStrike">
                <a:solidFill>
                  <a:schemeClr val="dk1"/>
                </a:solidFill>
                <a:latin typeface="Montserrat"/>
                <a:ea typeface="Montserrat"/>
                <a:cs typeface="Montserrat"/>
                <a:sym typeface="Montserrat"/>
              </a:rPr>
              <a:t>Desafíos</a:t>
            </a:r>
            <a:endParaRPr b="0" i="0" sz="1400" u="none" cap="none" strike="noStrike">
              <a:solidFill>
                <a:schemeClr val="dk1"/>
              </a:solidFill>
              <a:latin typeface="Montserrat"/>
              <a:ea typeface="Montserrat"/>
              <a:cs typeface="Montserrat"/>
              <a:sym typeface="Montserrat"/>
            </a:endParaRPr>
          </a:p>
        </p:txBody>
      </p:sp>
      <p:sp>
        <p:nvSpPr>
          <p:cNvPr id="233" name="Google Shape;233;p9"/>
          <p:cNvSpPr/>
          <p:nvPr/>
        </p:nvSpPr>
        <p:spPr>
          <a:xfrm>
            <a:off x="3418896" y="1896883"/>
            <a:ext cx="1989000" cy="7260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FD0D8"/>
              </a:buClr>
              <a:buSzPts val="900"/>
              <a:buFont typeface="Instrument Sans Medium"/>
              <a:buNone/>
            </a:pPr>
            <a:r>
              <a:rPr b="0" i="0" lang="es" sz="1400" u="none" cap="none" strike="noStrike">
                <a:solidFill>
                  <a:schemeClr val="dk1"/>
                </a:solidFill>
                <a:latin typeface="Montserrat"/>
                <a:ea typeface="Montserrat"/>
                <a:cs typeface="Montserrat"/>
                <a:sym typeface="Montserrat"/>
              </a:rPr>
              <a:t>La construcción de estos árboles puede ser compleja, especialmente cuando se trata de gramáticas más avanzadas o ambiguas.</a:t>
            </a:r>
            <a:endParaRPr b="0" i="0" sz="1400" u="none" cap="none" strike="noStrike">
              <a:solidFill>
                <a:schemeClr val="dk1"/>
              </a:solidFill>
              <a:latin typeface="Montserrat"/>
              <a:ea typeface="Montserrat"/>
              <a:cs typeface="Montserrat"/>
              <a:sym typeface="Montserrat"/>
            </a:endParaRPr>
          </a:p>
        </p:txBody>
      </p:sp>
      <p:sp>
        <p:nvSpPr>
          <p:cNvPr id="234" name="Google Shape;234;p9"/>
          <p:cNvSpPr/>
          <p:nvPr/>
        </p:nvSpPr>
        <p:spPr>
          <a:xfrm>
            <a:off x="6370991" y="1606311"/>
            <a:ext cx="1417800" cy="177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BCCCE"/>
              </a:buClr>
              <a:buSzPts val="1100"/>
              <a:buFont typeface="Instrument Sans SemiBold"/>
              <a:buNone/>
            </a:pPr>
            <a:r>
              <a:rPr b="1" i="0" lang="es" sz="1400" u="none" cap="none" strike="noStrike">
                <a:solidFill>
                  <a:schemeClr val="dk1"/>
                </a:solidFill>
                <a:latin typeface="Montserrat"/>
                <a:ea typeface="Montserrat"/>
                <a:cs typeface="Montserrat"/>
                <a:sym typeface="Montserrat"/>
              </a:rPr>
              <a:t>Aplicaciones</a:t>
            </a:r>
            <a:endParaRPr b="0" i="0" sz="1400" u="none" cap="none" strike="noStrike">
              <a:solidFill>
                <a:schemeClr val="dk1"/>
              </a:solidFill>
              <a:latin typeface="Montserrat"/>
              <a:ea typeface="Montserrat"/>
              <a:cs typeface="Montserrat"/>
              <a:sym typeface="Montserrat"/>
            </a:endParaRPr>
          </a:p>
        </p:txBody>
      </p:sp>
      <p:sp>
        <p:nvSpPr>
          <p:cNvPr id="235" name="Google Shape;235;p9"/>
          <p:cNvSpPr/>
          <p:nvPr/>
        </p:nvSpPr>
        <p:spPr>
          <a:xfrm>
            <a:off x="6370991" y="1896883"/>
            <a:ext cx="1989000" cy="7260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FD0D8"/>
              </a:buClr>
              <a:buSzPts val="900"/>
              <a:buFont typeface="Instrument Sans Medium"/>
              <a:buNone/>
            </a:pPr>
            <a:r>
              <a:rPr b="0" i="0" lang="es" sz="1400" u="none" cap="none" strike="noStrike">
                <a:solidFill>
                  <a:schemeClr val="dk1"/>
                </a:solidFill>
                <a:latin typeface="Montserrat"/>
                <a:ea typeface="Montserrat"/>
                <a:cs typeface="Montserrat"/>
                <a:sym typeface="Montserrat"/>
              </a:rPr>
              <a:t>Estas herramientas son fundamentales en el desarrollo de compiladores, intérpretes y herramientas de análisis sintáctico.</a:t>
            </a:r>
            <a:endParaRPr b="0" i="0" sz="1400" u="none" cap="none" strike="noStrike">
              <a:solidFill>
                <a:schemeClr val="dk1"/>
              </a:solidFill>
              <a:latin typeface="Montserrat"/>
              <a:ea typeface="Montserrat"/>
              <a:cs typeface="Montserrat"/>
              <a:sym typeface="Montserrat"/>
            </a:endParaRPr>
          </a:p>
        </p:txBody>
      </p:sp>
      <p:sp>
        <p:nvSpPr>
          <p:cNvPr id="236" name="Google Shape;236;p9"/>
          <p:cNvSpPr/>
          <p:nvPr/>
        </p:nvSpPr>
        <p:spPr>
          <a:xfrm>
            <a:off x="6270654" y="0"/>
            <a:ext cx="2873346" cy="85589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pic>
        <p:nvPicPr>
          <p:cNvPr id="237" name="Google Shape;237;p9"/>
          <p:cNvPicPr preferRelativeResize="0"/>
          <p:nvPr/>
        </p:nvPicPr>
        <p:blipFill rotWithShape="1">
          <a:blip r:embed="rId4">
            <a:alphaModFix/>
          </a:blip>
          <a:srcRect b="0" l="0" r="0" t="0"/>
          <a:stretch/>
        </p:blipFill>
        <p:spPr>
          <a:xfrm>
            <a:off x="1635100" y="4267852"/>
            <a:ext cx="1175901" cy="440975"/>
          </a:xfrm>
          <a:prstGeom prst="rect">
            <a:avLst/>
          </a:prstGeom>
          <a:noFill/>
          <a:ln>
            <a:noFill/>
          </a:ln>
        </p:spPr>
      </p:pic>
      <p:pic>
        <p:nvPicPr>
          <p:cNvPr id="238" name="Google Shape;238;p9"/>
          <p:cNvPicPr preferRelativeResize="0"/>
          <p:nvPr/>
        </p:nvPicPr>
        <p:blipFill rotWithShape="1">
          <a:blip r:embed="rId5">
            <a:alphaModFix/>
          </a:blip>
          <a:srcRect b="0" l="0" r="0" t="0"/>
          <a:stretch/>
        </p:blipFill>
        <p:spPr>
          <a:xfrm>
            <a:off x="5099800" y="3865426"/>
            <a:ext cx="963134" cy="64387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10"/>
          <p:cNvSpPr txBox="1"/>
          <p:nvPr/>
        </p:nvSpPr>
        <p:spPr>
          <a:xfrm>
            <a:off x="687445" y="327182"/>
            <a:ext cx="4835100" cy="9834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3000"/>
              <a:buFont typeface="Arial"/>
              <a:buNone/>
            </a:pPr>
            <a:r>
              <a:rPr b="1" i="0" lang="es" sz="3000" u="none" cap="none" strike="noStrike">
                <a:solidFill>
                  <a:srgbClr val="131416"/>
                </a:solidFill>
                <a:latin typeface="Montserrat"/>
                <a:ea typeface="Montserrat"/>
                <a:cs typeface="Montserrat"/>
                <a:sym typeface="Montserrat"/>
              </a:rPr>
              <a:t>Ambigüedad en árboles de derivación</a:t>
            </a:r>
            <a:endParaRPr b="1" i="0" sz="700" u="none" cap="none" strike="noStrike">
              <a:solidFill>
                <a:srgbClr val="000000"/>
              </a:solidFill>
              <a:latin typeface="Montserrat"/>
              <a:ea typeface="Montserrat"/>
              <a:cs typeface="Montserrat"/>
              <a:sym typeface="Montserrat"/>
            </a:endParaRPr>
          </a:p>
        </p:txBody>
      </p:sp>
      <p:sp>
        <p:nvSpPr>
          <p:cNvPr id="244" name="Google Shape;244;p10"/>
          <p:cNvSpPr/>
          <p:nvPr/>
        </p:nvSpPr>
        <p:spPr>
          <a:xfrm>
            <a:off x="687445" y="1426132"/>
            <a:ext cx="1882200" cy="1687800"/>
          </a:xfrm>
          <a:prstGeom prst="roundRect">
            <a:avLst>
              <a:gd fmla="val 3432" name="adj"/>
            </a:avLst>
          </a:prstGeom>
          <a:solidFill>
            <a:srgbClr val="3D3D42"/>
          </a:solidFill>
          <a:ln cap="flat" cmpd="sng" w="9525">
            <a:solidFill>
              <a:srgbClr val="56565B"/>
            </a:solidFill>
            <a:prstDash val="solid"/>
            <a:round/>
            <a:headEnd len="sm" w="sm" type="none"/>
            <a:tailEnd len="sm" w="sm" type="none"/>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1000" u="none" cap="none" strike="noStrike">
              <a:solidFill>
                <a:srgbClr val="000000"/>
              </a:solidFill>
              <a:latin typeface="Montserrat"/>
              <a:ea typeface="Montserrat"/>
              <a:cs typeface="Montserrat"/>
              <a:sym typeface="Montserrat"/>
            </a:endParaRPr>
          </a:p>
        </p:txBody>
      </p:sp>
      <p:sp>
        <p:nvSpPr>
          <p:cNvPr id="245" name="Google Shape;245;p10"/>
          <p:cNvSpPr/>
          <p:nvPr/>
        </p:nvSpPr>
        <p:spPr>
          <a:xfrm>
            <a:off x="739801" y="1530900"/>
            <a:ext cx="1777500" cy="157800"/>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CFD0D8"/>
              </a:buClr>
              <a:buSzPts val="1000"/>
              <a:buFont typeface="Instrument Sans SemiBold"/>
              <a:buNone/>
            </a:pPr>
            <a:r>
              <a:rPr b="1" i="0" lang="es" sz="1000" u="none" cap="none" strike="noStrike">
                <a:solidFill>
                  <a:srgbClr val="CFD0D8"/>
                </a:solidFill>
                <a:latin typeface="Montserrat"/>
                <a:ea typeface="Montserrat"/>
                <a:cs typeface="Montserrat"/>
                <a:sym typeface="Montserrat"/>
              </a:rPr>
              <a:t>Definición de ambigüedad</a:t>
            </a:r>
            <a:endParaRPr b="0" i="0" sz="1000" u="none" cap="none" strike="noStrike">
              <a:solidFill>
                <a:srgbClr val="000000"/>
              </a:solidFill>
              <a:latin typeface="Montserrat"/>
              <a:ea typeface="Montserrat"/>
              <a:cs typeface="Montserrat"/>
              <a:sym typeface="Montserrat"/>
            </a:endParaRPr>
          </a:p>
        </p:txBody>
      </p:sp>
      <p:sp>
        <p:nvSpPr>
          <p:cNvPr id="246" name="Google Shape;246;p10"/>
          <p:cNvSpPr/>
          <p:nvPr/>
        </p:nvSpPr>
        <p:spPr>
          <a:xfrm>
            <a:off x="792225" y="1749325"/>
            <a:ext cx="1672500" cy="82230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CFD0D8"/>
              </a:buClr>
              <a:buSzPts val="800"/>
              <a:buFont typeface="Instrument Sans Medium"/>
              <a:buNone/>
            </a:pPr>
            <a:r>
              <a:rPr b="0" i="0" lang="es" sz="900" u="none" cap="none" strike="noStrike">
                <a:solidFill>
                  <a:srgbClr val="CFD0D8"/>
                </a:solidFill>
                <a:latin typeface="Montserrat"/>
                <a:ea typeface="Montserrat"/>
                <a:cs typeface="Montserrat"/>
                <a:sym typeface="Montserrat"/>
              </a:rPr>
              <a:t>La ambigüedad en un árbol de derivación ocurre cuando una expresión o frase puede tener más de una interpretación sintáctica válida.</a:t>
            </a:r>
            <a:endParaRPr b="0" i="0" sz="900" u="none" cap="none" strike="noStrike">
              <a:solidFill>
                <a:srgbClr val="000000"/>
              </a:solidFill>
              <a:latin typeface="Montserrat"/>
              <a:ea typeface="Montserrat"/>
              <a:cs typeface="Montserrat"/>
              <a:sym typeface="Montserrat"/>
            </a:endParaRPr>
          </a:p>
        </p:txBody>
      </p:sp>
      <p:sp>
        <p:nvSpPr>
          <p:cNvPr id="247" name="Google Shape;247;p10"/>
          <p:cNvSpPr/>
          <p:nvPr/>
        </p:nvSpPr>
        <p:spPr>
          <a:xfrm>
            <a:off x="2670431" y="1426132"/>
            <a:ext cx="1882200" cy="1687800"/>
          </a:xfrm>
          <a:prstGeom prst="roundRect">
            <a:avLst>
              <a:gd fmla="val 3432" name="adj"/>
            </a:avLst>
          </a:prstGeom>
          <a:solidFill>
            <a:srgbClr val="3D3D42"/>
          </a:solidFill>
          <a:ln cap="flat" cmpd="sng" w="9525">
            <a:solidFill>
              <a:srgbClr val="56565B"/>
            </a:solidFill>
            <a:prstDash val="solid"/>
            <a:round/>
            <a:headEnd len="sm" w="sm" type="none"/>
            <a:tailEnd len="sm" w="sm" type="none"/>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1000" u="none" cap="none" strike="noStrike">
              <a:solidFill>
                <a:srgbClr val="000000"/>
              </a:solidFill>
              <a:latin typeface="Montserrat"/>
              <a:ea typeface="Montserrat"/>
              <a:cs typeface="Montserrat"/>
              <a:sym typeface="Montserrat"/>
            </a:endParaRPr>
          </a:p>
        </p:txBody>
      </p:sp>
      <p:sp>
        <p:nvSpPr>
          <p:cNvPr id="248" name="Google Shape;248;p10"/>
          <p:cNvSpPr/>
          <p:nvPr/>
        </p:nvSpPr>
        <p:spPr>
          <a:xfrm>
            <a:off x="2775199" y="1530900"/>
            <a:ext cx="1506300" cy="157800"/>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CFD0D8"/>
              </a:buClr>
              <a:buSzPts val="1000"/>
              <a:buFont typeface="Instrument Sans SemiBold"/>
              <a:buNone/>
            </a:pPr>
            <a:r>
              <a:rPr b="1" i="0" lang="es" sz="1000" u="none" cap="none" strike="noStrike">
                <a:solidFill>
                  <a:srgbClr val="CFD0D8"/>
                </a:solidFill>
                <a:latin typeface="Montserrat"/>
                <a:ea typeface="Montserrat"/>
                <a:cs typeface="Montserrat"/>
                <a:sym typeface="Montserrat"/>
              </a:rPr>
              <a:t>Tipos de ambigüedad</a:t>
            </a:r>
            <a:endParaRPr b="0" i="0" sz="1000" u="none" cap="none" strike="noStrike">
              <a:solidFill>
                <a:srgbClr val="000000"/>
              </a:solidFill>
              <a:latin typeface="Montserrat"/>
              <a:ea typeface="Montserrat"/>
              <a:cs typeface="Montserrat"/>
              <a:sym typeface="Montserrat"/>
            </a:endParaRPr>
          </a:p>
        </p:txBody>
      </p:sp>
      <p:sp>
        <p:nvSpPr>
          <p:cNvPr id="249" name="Google Shape;249;p10"/>
          <p:cNvSpPr/>
          <p:nvPr/>
        </p:nvSpPr>
        <p:spPr>
          <a:xfrm>
            <a:off x="2775206" y="1749327"/>
            <a:ext cx="1672500" cy="64650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CFD0D8"/>
              </a:buClr>
              <a:buSzPts val="800"/>
              <a:buFont typeface="Instrument Sans Medium"/>
              <a:buNone/>
            </a:pPr>
            <a:r>
              <a:rPr b="0" i="0" lang="es" sz="900" u="none" cap="none" strike="noStrike">
                <a:solidFill>
                  <a:srgbClr val="CFD0D8"/>
                </a:solidFill>
                <a:latin typeface="Montserrat"/>
                <a:ea typeface="Montserrat"/>
                <a:cs typeface="Montserrat"/>
                <a:sym typeface="Montserrat"/>
              </a:rPr>
              <a:t>Pueden ser ambigüedad léxica, sintáctica o semántica, dependiendo del nivel de la estructura lingüística afectado.</a:t>
            </a:r>
            <a:endParaRPr b="0" i="0" sz="900" u="none" cap="none" strike="noStrike">
              <a:solidFill>
                <a:srgbClr val="000000"/>
              </a:solidFill>
              <a:latin typeface="Montserrat"/>
              <a:ea typeface="Montserrat"/>
              <a:cs typeface="Montserrat"/>
              <a:sym typeface="Montserrat"/>
            </a:endParaRPr>
          </a:p>
        </p:txBody>
      </p:sp>
      <p:sp>
        <p:nvSpPr>
          <p:cNvPr id="250" name="Google Shape;250;p10"/>
          <p:cNvSpPr/>
          <p:nvPr/>
        </p:nvSpPr>
        <p:spPr>
          <a:xfrm>
            <a:off x="687445" y="3218660"/>
            <a:ext cx="1882200" cy="1597800"/>
          </a:xfrm>
          <a:prstGeom prst="roundRect">
            <a:avLst>
              <a:gd fmla="val 3948" name="adj"/>
            </a:avLst>
          </a:prstGeom>
          <a:solidFill>
            <a:srgbClr val="3D3D42"/>
          </a:solidFill>
          <a:ln cap="flat" cmpd="sng" w="9525">
            <a:solidFill>
              <a:srgbClr val="56565B"/>
            </a:solidFill>
            <a:prstDash val="solid"/>
            <a:round/>
            <a:headEnd len="sm" w="sm" type="none"/>
            <a:tailEnd len="sm" w="sm" type="none"/>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1000" u="none" cap="none" strike="noStrike">
              <a:solidFill>
                <a:srgbClr val="000000"/>
              </a:solidFill>
              <a:latin typeface="Montserrat"/>
              <a:ea typeface="Montserrat"/>
              <a:cs typeface="Montserrat"/>
              <a:sym typeface="Montserrat"/>
            </a:endParaRPr>
          </a:p>
        </p:txBody>
      </p:sp>
      <p:sp>
        <p:nvSpPr>
          <p:cNvPr id="251" name="Google Shape;251;p10"/>
          <p:cNvSpPr/>
          <p:nvPr/>
        </p:nvSpPr>
        <p:spPr>
          <a:xfrm>
            <a:off x="792227" y="3323438"/>
            <a:ext cx="1672500" cy="157800"/>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CFD0D8"/>
              </a:buClr>
              <a:buSzPts val="1000"/>
              <a:buFont typeface="Instrument Sans SemiBold"/>
              <a:buNone/>
            </a:pPr>
            <a:r>
              <a:rPr b="1" i="0" lang="es" sz="1000" u="none" cap="none" strike="noStrike">
                <a:solidFill>
                  <a:srgbClr val="CFD0D8"/>
                </a:solidFill>
                <a:latin typeface="Montserrat"/>
                <a:ea typeface="Montserrat"/>
                <a:cs typeface="Montserrat"/>
                <a:sym typeface="Montserrat"/>
              </a:rPr>
              <a:t>Impacto en lenguajes</a:t>
            </a:r>
            <a:endParaRPr b="0" i="0" sz="1000" u="none" cap="none" strike="noStrike">
              <a:solidFill>
                <a:srgbClr val="000000"/>
              </a:solidFill>
              <a:latin typeface="Montserrat"/>
              <a:ea typeface="Montserrat"/>
              <a:cs typeface="Montserrat"/>
              <a:sym typeface="Montserrat"/>
            </a:endParaRPr>
          </a:p>
        </p:txBody>
      </p:sp>
      <p:sp>
        <p:nvSpPr>
          <p:cNvPr id="252" name="Google Shape;252;p10"/>
          <p:cNvSpPr/>
          <p:nvPr/>
        </p:nvSpPr>
        <p:spPr>
          <a:xfrm>
            <a:off x="792220" y="3541855"/>
            <a:ext cx="1672500" cy="64650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CFD0D8"/>
              </a:buClr>
              <a:buSzPts val="800"/>
              <a:buFont typeface="Instrument Sans Medium"/>
              <a:buNone/>
            </a:pPr>
            <a:r>
              <a:rPr b="0" i="0" lang="es" sz="900" u="none" cap="none" strike="noStrike">
                <a:solidFill>
                  <a:srgbClr val="CFD0D8"/>
                </a:solidFill>
                <a:latin typeface="Montserrat"/>
                <a:ea typeface="Montserrat"/>
                <a:cs typeface="Montserrat"/>
                <a:sym typeface="Montserrat"/>
              </a:rPr>
              <a:t>La ambigüedad puede generar problemas de comprensión y procesamiento en los lenguajes de programación.</a:t>
            </a:r>
            <a:endParaRPr b="0" i="0" sz="900" u="none" cap="none" strike="noStrike">
              <a:solidFill>
                <a:srgbClr val="000000"/>
              </a:solidFill>
              <a:latin typeface="Montserrat"/>
              <a:ea typeface="Montserrat"/>
              <a:cs typeface="Montserrat"/>
              <a:sym typeface="Montserrat"/>
            </a:endParaRPr>
          </a:p>
        </p:txBody>
      </p:sp>
      <p:sp>
        <p:nvSpPr>
          <p:cNvPr id="253" name="Google Shape;253;p10"/>
          <p:cNvSpPr/>
          <p:nvPr/>
        </p:nvSpPr>
        <p:spPr>
          <a:xfrm>
            <a:off x="2670431" y="3218660"/>
            <a:ext cx="1882200" cy="1597800"/>
          </a:xfrm>
          <a:prstGeom prst="roundRect">
            <a:avLst>
              <a:gd fmla="val 3948" name="adj"/>
            </a:avLst>
          </a:prstGeom>
          <a:solidFill>
            <a:srgbClr val="3D3D42"/>
          </a:solidFill>
          <a:ln cap="flat" cmpd="sng" w="9525">
            <a:solidFill>
              <a:srgbClr val="56565B"/>
            </a:solidFill>
            <a:prstDash val="solid"/>
            <a:round/>
            <a:headEnd len="sm" w="sm" type="none"/>
            <a:tailEnd len="sm" w="sm" type="none"/>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1000" u="none" cap="none" strike="noStrike">
              <a:solidFill>
                <a:srgbClr val="000000"/>
              </a:solidFill>
              <a:latin typeface="Montserrat"/>
              <a:ea typeface="Montserrat"/>
              <a:cs typeface="Montserrat"/>
              <a:sym typeface="Montserrat"/>
            </a:endParaRPr>
          </a:p>
        </p:txBody>
      </p:sp>
      <p:sp>
        <p:nvSpPr>
          <p:cNvPr id="254" name="Google Shape;254;p10"/>
          <p:cNvSpPr/>
          <p:nvPr/>
        </p:nvSpPr>
        <p:spPr>
          <a:xfrm>
            <a:off x="2775199" y="3323425"/>
            <a:ext cx="1711200" cy="157800"/>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CFD0D8"/>
              </a:buClr>
              <a:buSzPts val="1000"/>
              <a:buFont typeface="Instrument Sans SemiBold"/>
              <a:buNone/>
            </a:pPr>
            <a:r>
              <a:rPr b="1" i="0" lang="es" sz="1000" u="none" cap="none" strike="noStrike">
                <a:solidFill>
                  <a:srgbClr val="CFD0D8"/>
                </a:solidFill>
                <a:latin typeface="Montserrat"/>
                <a:ea typeface="Montserrat"/>
                <a:cs typeface="Montserrat"/>
                <a:sym typeface="Montserrat"/>
              </a:rPr>
              <a:t>Importancia del análisis</a:t>
            </a:r>
            <a:endParaRPr b="0" i="0" sz="1000" u="none" cap="none" strike="noStrike">
              <a:solidFill>
                <a:srgbClr val="000000"/>
              </a:solidFill>
              <a:latin typeface="Montserrat"/>
              <a:ea typeface="Montserrat"/>
              <a:cs typeface="Montserrat"/>
              <a:sym typeface="Montserrat"/>
            </a:endParaRPr>
          </a:p>
        </p:txBody>
      </p:sp>
      <p:sp>
        <p:nvSpPr>
          <p:cNvPr id="255" name="Google Shape;255;p10"/>
          <p:cNvSpPr/>
          <p:nvPr/>
        </p:nvSpPr>
        <p:spPr>
          <a:xfrm>
            <a:off x="2775206" y="3541855"/>
            <a:ext cx="1672500" cy="64650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CFD0D8"/>
              </a:buClr>
              <a:buSzPts val="800"/>
              <a:buFont typeface="Instrument Sans Medium"/>
              <a:buNone/>
            </a:pPr>
            <a:r>
              <a:rPr b="0" i="0" lang="es" sz="900" u="none" cap="none" strike="noStrike">
                <a:solidFill>
                  <a:srgbClr val="CFD0D8"/>
                </a:solidFill>
                <a:latin typeface="Montserrat"/>
                <a:ea typeface="Montserrat"/>
                <a:cs typeface="Montserrat"/>
                <a:sym typeface="Montserrat"/>
              </a:rPr>
              <a:t>Identificar y resolver la ambigüedad es fundamental para garantizar la correcta interpretación de los programas.</a:t>
            </a:r>
            <a:endParaRPr b="0" i="0" sz="900" u="none" cap="none" strike="noStrike">
              <a:solidFill>
                <a:srgbClr val="000000"/>
              </a:solidFill>
              <a:latin typeface="Montserrat"/>
              <a:ea typeface="Montserrat"/>
              <a:cs typeface="Montserrat"/>
              <a:sym typeface="Montserrat"/>
            </a:endParaRPr>
          </a:p>
        </p:txBody>
      </p:sp>
      <p:pic>
        <p:nvPicPr>
          <p:cNvPr id="256" name="Google Shape;256;p10"/>
          <p:cNvPicPr preferRelativeResize="0"/>
          <p:nvPr/>
        </p:nvPicPr>
        <p:blipFill rotWithShape="1">
          <a:blip r:embed="rId3">
            <a:alphaModFix/>
          </a:blip>
          <a:srcRect b="0" l="0" r="0" t="0"/>
          <a:stretch/>
        </p:blipFill>
        <p:spPr>
          <a:xfrm>
            <a:off x="4871125" y="1457725"/>
            <a:ext cx="3762600" cy="3248850"/>
          </a:xfrm>
          <a:prstGeom prst="rect">
            <a:avLst/>
          </a:prstGeom>
          <a:noFill/>
          <a:ln>
            <a:noFill/>
          </a:ln>
        </p:spPr>
      </p:pic>
      <p:sp>
        <p:nvSpPr>
          <p:cNvPr id="257" name="Google Shape;257;p10"/>
          <p:cNvSpPr/>
          <p:nvPr/>
        </p:nvSpPr>
        <p:spPr>
          <a:xfrm>
            <a:off x="6270654" y="0"/>
            <a:ext cx="2873346" cy="85589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11"/>
          <p:cNvSpPr txBox="1"/>
          <p:nvPr/>
        </p:nvSpPr>
        <p:spPr>
          <a:xfrm>
            <a:off x="687449" y="327175"/>
            <a:ext cx="5773500" cy="983400"/>
          </a:xfrm>
          <a:prstGeom prst="rect">
            <a:avLst/>
          </a:prstGeom>
          <a:noFill/>
          <a:ln>
            <a:noFill/>
          </a:ln>
        </p:spPr>
        <p:txBody>
          <a:bodyPr anchorCtr="0" anchor="t" bIns="0" lIns="0" spcFirstLastPara="1" rIns="0" wrap="square" tIns="0">
            <a:spAutoFit/>
          </a:bodyPr>
          <a:lstStyle/>
          <a:p>
            <a:pPr indent="0" lvl="0" marL="0" marR="0" rtl="0" algn="ctr">
              <a:lnSpc>
                <a:spcPct val="112987"/>
              </a:lnSpc>
              <a:spcBef>
                <a:spcPts val="0"/>
              </a:spcBef>
              <a:spcAft>
                <a:spcPts val="0"/>
              </a:spcAft>
              <a:buClr>
                <a:srgbClr val="000000"/>
              </a:buClr>
              <a:buSzPts val="3000"/>
              <a:buFont typeface="Arial"/>
              <a:buNone/>
            </a:pPr>
            <a:r>
              <a:rPr b="0" i="0" lang="es" sz="3000" u="none" cap="none" strike="noStrike">
                <a:solidFill>
                  <a:srgbClr val="131416"/>
                </a:solidFill>
                <a:latin typeface="Impact"/>
                <a:ea typeface="Impact"/>
                <a:cs typeface="Impact"/>
                <a:sym typeface="Impact"/>
              </a:rPr>
              <a:t>Análisis del concepto de ambigüedad en gramáticas</a:t>
            </a:r>
            <a:endParaRPr b="0" i="0" sz="700" u="none" cap="none" strike="noStrike">
              <a:solidFill>
                <a:srgbClr val="000000"/>
              </a:solidFill>
              <a:latin typeface="Arial"/>
              <a:ea typeface="Arial"/>
              <a:cs typeface="Arial"/>
              <a:sym typeface="Arial"/>
            </a:endParaRPr>
          </a:p>
        </p:txBody>
      </p:sp>
      <p:pic>
        <p:nvPicPr>
          <p:cNvPr id="263" name="Google Shape;263;p11"/>
          <p:cNvPicPr preferRelativeResize="0"/>
          <p:nvPr/>
        </p:nvPicPr>
        <p:blipFill rotWithShape="1">
          <a:blip r:embed="rId3">
            <a:alphaModFix/>
          </a:blip>
          <a:srcRect b="0" l="0" r="0" t="0"/>
          <a:stretch/>
        </p:blipFill>
        <p:spPr>
          <a:xfrm>
            <a:off x="4572000" y="1414225"/>
            <a:ext cx="276582" cy="276582"/>
          </a:xfrm>
          <a:prstGeom prst="rect">
            <a:avLst/>
          </a:prstGeom>
          <a:noFill/>
          <a:ln>
            <a:noFill/>
          </a:ln>
        </p:spPr>
      </p:pic>
      <p:sp>
        <p:nvSpPr>
          <p:cNvPr id="264" name="Google Shape;264;p11"/>
          <p:cNvSpPr/>
          <p:nvPr/>
        </p:nvSpPr>
        <p:spPr>
          <a:xfrm>
            <a:off x="4572000" y="1801415"/>
            <a:ext cx="1383300" cy="172800"/>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CFD0D8"/>
              </a:buClr>
              <a:buSzPts val="1100"/>
              <a:buFont typeface="Instrument Sans SemiBold"/>
              <a:buNone/>
            </a:pPr>
            <a:r>
              <a:rPr b="1" i="0" lang="es" sz="1000" u="none" cap="none" strike="noStrike">
                <a:solidFill>
                  <a:schemeClr val="dk1"/>
                </a:solidFill>
                <a:latin typeface="Montserrat"/>
                <a:ea typeface="Montserrat"/>
                <a:cs typeface="Montserrat"/>
                <a:sym typeface="Montserrat"/>
              </a:rPr>
              <a:t>Ambigüedad léxica</a:t>
            </a:r>
            <a:endParaRPr b="0" i="0" sz="1000" u="none" cap="none" strike="noStrike">
              <a:solidFill>
                <a:schemeClr val="dk1"/>
              </a:solidFill>
              <a:latin typeface="Montserrat"/>
              <a:ea typeface="Montserrat"/>
              <a:cs typeface="Montserrat"/>
              <a:sym typeface="Montserrat"/>
            </a:endParaRPr>
          </a:p>
        </p:txBody>
      </p:sp>
      <p:sp>
        <p:nvSpPr>
          <p:cNvPr id="265" name="Google Shape;265;p11"/>
          <p:cNvSpPr/>
          <p:nvPr/>
        </p:nvSpPr>
        <p:spPr>
          <a:xfrm>
            <a:off x="4572000" y="2040612"/>
            <a:ext cx="1815900" cy="531300"/>
          </a:xfrm>
          <a:prstGeom prst="rect">
            <a:avLst/>
          </a:prstGeom>
          <a:noFill/>
          <a:ln>
            <a:noFill/>
          </a:ln>
        </p:spPr>
        <p:txBody>
          <a:bodyPr anchorCtr="0" anchor="t" bIns="0" lIns="0" spcFirstLastPara="1" rIns="0" wrap="square" tIns="0">
            <a:noAutofit/>
          </a:bodyPr>
          <a:lstStyle/>
          <a:p>
            <a:pPr indent="0" lvl="0" marL="0" marR="0" rtl="0" algn="l">
              <a:lnSpc>
                <a:spcPct val="161764"/>
              </a:lnSpc>
              <a:spcBef>
                <a:spcPts val="0"/>
              </a:spcBef>
              <a:spcAft>
                <a:spcPts val="0"/>
              </a:spcAft>
              <a:buClr>
                <a:srgbClr val="CFD0D8"/>
              </a:buClr>
              <a:buSzPts val="900"/>
              <a:buFont typeface="Instrument Sans Medium"/>
              <a:buNone/>
            </a:pPr>
            <a:r>
              <a:rPr b="0" i="0" lang="es" sz="1000" u="none" cap="none" strike="noStrike">
                <a:solidFill>
                  <a:schemeClr val="dk1"/>
                </a:solidFill>
                <a:latin typeface="Montserrat"/>
                <a:ea typeface="Montserrat"/>
                <a:cs typeface="Montserrat"/>
                <a:sym typeface="Montserrat"/>
              </a:rPr>
              <a:t>Cuando una palabra o símbolo terminal tiene más de un significado posible.</a:t>
            </a:r>
            <a:endParaRPr b="0" i="0" sz="1000" u="none" cap="none" strike="noStrike">
              <a:solidFill>
                <a:schemeClr val="dk1"/>
              </a:solidFill>
              <a:latin typeface="Montserrat"/>
              <a:ea typeface="Montserrat"/>
              <a:cs typeface="Montserrat"/>
              <a:sym typeface="Montserrat"/>
            </a:endParaRPr>
          </a:p>
        </p:txBody>
      </p:sp>
      <p:pic>
        <p:nvPicPr>
          <p:cNvPr id="266" name="Google Shape;266;p11"/>
          <p:cNvPicPr preferRelativeResize="0"/>
          <p:nvPr/>
        </p:nvPicPr>
        <p:blipFill rotWithShape="1">
          <a:blip r:embed="rId4">
            <a:alphaModFix/>
          </a:blip>
          <a:srcRect b="0" l="0" r="0" t="0"/>
          <a:stretch/>
        </p:blipFill>
        <p:spPr>
          <a:xfrm>
            <a:off x="6553676" y="1414225"/>
            <a:ext cx="276582" cy="276582"/>
          </a:xfrm>
          <a:prstGeom prst="rect">
            <a:avLst/>
          </a:prstGeom>
          <a:noFill/>
          <a:ln>
            <a:noFill/>
          </a:ln>
        </p:spPr>
      </p:pic>
      <p:sp>
        <p:nvSpPr>
          <p:cNvPr id="267" name="Google Shape;267;p11"/>
          <p:cNvSpPr/>
          <p:nvPr/>
        </p:nvSpPr>
        <p:spPr>
          <a:xfrm>
            <a:off x="6553674" y="1801417"/>
            <a:ext cx="1719000" cy="172800"/>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CFD0D8"/>
              </a:buClr>
              <a:buSzPts val="1100"/>
              <a:buFont typeface="Instrument Sans SemiBold"/>
              <a:buNone/>
            </a:pPr>
            <a:r>
              <a:rPr b="1" i="0" lang="es" sz="1000" u="none" cap="none" strike="noStrike">
                <a:solidFill>
                  <a:schemeClr val="dk1"/>
                </a:solidFill>
                <a:latin typeface="Montserrat"/>
                <a:ea typeface="Montserrat"/>
                <a:cs typeface="Montserrat"/>
                <a:sym typeface="Montserrat"/>
              </a:rPr>
              <a:t>Ambigüedad sintáctica</a:t>
            </a:r>
            <a:endParaRPr b="0" i="0" sz="1000" u="none" cap="none" strike="noStrike">
              <a:solidFill>
                <a:schemeClr val="dk1"/>
              </a:solidFill>
              <a:latin typeface="Montserrat"/>
              <a:ea typeface="Montserrat"/>
              <a:cs typeface="Montserrat"/>
              <a:sym typeface="Montserrat"/>
            </a:endParaRPr>
          </a:p>
        </p:txBody>
      </p:sp>
      <p:sp>
        <p:nvSpPr>
          <p:cNvPr id="268" name="Google Shape;268;p11"/>
          <p:cNvSpPr/>
          <p:nvPr/>
        </p:nvSpPr>
        <p:spPr>
          <a:xfrm>
            <a:off x="6553676" y="2040612"/>
            <a:ext cx="1815900" cy="531300"/>
          </a:xfrm>
          <a:prstGeom prst="rect">
            <a:avLst/>
          </a:prstGeom>
          <a:noFill/>
          <a:ln>
            <a:noFill/>
          </a:ln>
        </p:spPr>
        <p:txBody>
          <a:bodyPr anchorCtr="0" anchor="t" bIns="0" lIns="0" spcFirstLastPara="1" rIns="0" wrap="square" tIns="0">
            <a:noAutofit/>
          </a:bodyPr>
          <a:lstStyle/>
          <a:p>
            <a:pPr indent="0" lvl="0" marL="0" marR="0" rtl="0" algn="l">
              <a:lnSpc>
                <a:spcPct val="161764"/>
              </a:lnSpc>
              <a:spcBef>
                <a:spcPts val="0"/>
              </a:spcBef>
              <a:spcAft>
                <a:spcPts val="0"/>
              </a:spcAft>
              <a:buClr>
                <a:srgbClr val="CFD0D8"/>
              </a:buClr>
              <a:buSzPts val="900"/>
              <a:buFont typeface="Instrument Sans Medium"/>
              <a:buNone/>
            </a:pPr>
            <a:r>
              <a:rPr b="0" i="0" lang="es" sz="1000" u="none" cap="none" strike="noStrike">
                <a:solidFill>
                  <a:schemeClr val="dk1"/>
                </a:solidFill>
                <a:latin typeface="Montserrat"/>
                <a:ea typeface="Montserrat"/>
                <a:cs typeface="Montserrat"/>
                <a:sym typeface="Montserrat"/>
              </a:rPr>
              <a:t>Cuando la estructura gramatical tiene más de una interpretación válida.</a:t>
            </a:r>
            <a:endParaRPr b="0" i="0" sz="1000" u="none" cap="none" strike="noStrike">
              <a:solidFill>
                <a:schemeClr val="dk1"/>
              </a:solidFill>
              <a:latin typeface="Montserrat"/>
              <a:ea typeface="Montserrat"/>
              <a:cs typeface="Montserrat"/>
              <a:sym typeface="Montserrat"/>
            </a:endParaRPr>
          </a:p>
        </p:txBody>
      </p:sp>
      <p:pic>
        <p:nvPicPr>
          <p:cNvPr id="269" name="Google Shape;269;p11"/>
          <p:cNvPicPr preferRelativeResize="0"/>
          <p:nvPr/>
        </p:nvPicPr>
        <p:blipFill rotWithShape="1">
          <a:blip r:embed="rId5">
            <a:alphaModFix/>
          </a:blip>
          <a:srcRect b="0" l="0" r="0" t="0"/>
          <a:stretch/>
        </p:blipFill>
        <p:spPr>
          <a:xfrm>
            <a:off x="4572000" y="2903637"/>
            <a:ext cx="276582" cy="276582"/>
          </a:xfrm>
          <a:prstGeom prst="rect">
            <a:avLst/>
          </a:prstGeom>
          <a:noFill/>
          <a:ln>
            <a:noFill/>
          </a:ln>
        </p:spPr>
      </p:pic>
      <p:sp>
        <p:nvSpPr>
          <p:cNvPr id="270" name="Google Shape;270;p11"/>
          <p:cNvSpPr/>
          <p:nvPr/>
        </p:nvSpPr>
        <p:spPr>
          <a:xfrm>
            <a:off x="4572000" y="3290825"/>
            <a:ext cx="1855500" cy="172800"/>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CFD0D8"/>
              </a:buClr>
              <a:buSzPts val="1100"/>
              <a:buFont typeface="Instrument Sans SemiBold"/>
              <a:buNone/>
            </a:pPr>
            <a:r>
              <a:rPr b="1" i="0" lang="es" sz="1000" u="none" cap="none" strike="noStrike">
                <a:solidFill>
                  <a:schemeClr val="dk1"/>
                </a:solidFill>
                <a:latin typeface="Montserrat"/>
                <a:ea typeface="Montserrat"/>
                <a:cs typeface="Montserrat"/>
                <a:sym typeface="Montserrat"/>
              </a:rPr>
              <a:t>Ambigüedad semántica</a:t>
            </a:r>
            <a:endParaRPr b="0" i="0" sz="1000" u="none" cap="none" strike="noStrike">
              <a:solidFill>
                <a:schemeClr val="dk1"/>
              </a:solidFill>
              <a:latin typeface="Montserrat"/>
              <a:ea typeface="Montserrat"/>
              <a:cs typeface="Montserrat"/>
              <a:sym typeface="Montserrat"/>
            </a:endParaRPr>
          </a:p>
        </p:txBody>
      </p:sp>
      <p:sp>
        <p:nvSpPr>
          <p:cNvPr id="271" name="Google Shape;271;p11"/>
          <p:cNvSpPr/>
          <p:nvPr/>
        </p:nvSpPr>
        <p:spPr>
          <a:xfrm>
            <a:off x="4572000" y="3530025"/>
            <a:ext cx="1815900" cy="531300"/>
          </a:xfrm>
          <a:prstGeom prst="rect">
            <a:avLst/>
          </a:prstGeom>
          <a:noFill/>
          <a:ln>
            <a:noFill/>
          </a:ln>
        </p:spPr>
        <p:txBody>
          <a:bodyPr anchorCtr="0" anchor="t" bIns="0" lIns="0" spcFirstLastPara="1" rIns="0" wrap="square" tIns="0">
            <a:noAutofit/>
          </a:bodyPr>
          <a:lstStyle/>
          <a:p>
            <a:pPr indent="0" lvl="0" marL="0" marR="0" rtl="0" algn="l">
              <a:lnSpc>
                <a:spcPct val="161764"/>
              </a:lnSpc>
              <a:spcBef>
                <a:spcPts val="0"/>
              </a:spcBef>
              <a:spcAft>
                <a:spcPts val="0"/>
              </a:spcAft>
              <a:buClr>
                <a:srgbClr val="CFD0D8"/>
              </a:buClr>
              <a:buSzPts val="900"/>
              <a:buFont typeface="Instrument Sans Medium"/>
              <a:buNone/>
            </a:pPr>
            <a:r>
              <a:rPr b="0" i="0" lang="es" sz="1000" u="none" cap="none" strike="noStrike">
                <a:solidFill>
                  <a:schemeClr val="dk1"/>
                </a:solidFill>
                <a:latin typeface="Montserrat"/>
                <a:ea typeface="Montserrat"/>
                <a:cs typeface="Montserrat"/>
                <a:sym typeface="Montserrat"/>
              </a:rPr>
              <a:t>Cuando el significado de una expresión o frase es ambiguo o impreciso.</a:t>
            </a:r>
            <a:endParaRPr b="0" i="0" sz="1000" u="none" cap="none" strike="noStrike">
              <a:solidFill>
                <a:schemeClr val="dk1"/>
              </a:solidFill>
              <a:latin typeface="Montserrat"/>
              <a:ea typeface="Montserrat"/>
              <a:cs typeface="Montserrat"/>
              <a:sym typeface="Montserrat"/>
            </a:endParaRPr>
          </a:p>
        </p:txBody>
      </p:sp>
      <p:pic>
        <p:nvPicPr>
          <p:cNvPr id="272" name="Google Shape;272;p11"/>
          <p:cNvPicPr preferRelativeResize="0"/>
          <p:nvPr/>
        </p:nvPicPr>
        <p:blipFill rotWithShape="1">
          <a:blip r:embed="rId6">
            <a:alphaModFix/>
          </a:blip>
          <a:srcRect b="0" l="0" r="0" t="0"/>
          <a:stretch/>
        </p:blipFill>
        <p:spPr>
          <a:xfrm>
            <a:off x="6553676" y="2903637"/>
            <a:ext cx="276582" cy="276582"/>
          </a:xfrm>
          <a:prstGeom prst="rect">
            <a:avLst/>
          </a:prstGeom>
          <a:noFill/>
          <a:ln>
            <a:noFill/>
          </a:ln>
        </p:spPr>
      </p:pic>
      <p:sp>
        <p:nvSpPr>
          <p:cNvPr id="273" name="Google Shape;273;p11"/>
          <p:cNvSpPr/>
          <p:nvPr/>
        </p:nvSpPr>
        <p:spPr>
          <a:xfrm>
            <a:off x="6553675" y="3290825"/>
            <a:ext cx="1993200" cy="172800"/>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CFD0D8"/>
              </a:buClr>
              <a:buSzPts val="1100"/>
              <a:buFont typeface="Instrument Sans SemiBold"/>
              <a:buNone/>
            </a:pPr>
            <a:r>
              <a:rPr b="1" i="0" lang="es" sz="1000" u="none" cap="none" strike="noStrike">
                <a:solidFill>
                  <a:schemeClr val="dk1"/>
                </a:solidFill>
                <a:latin typeface="Montserrat"/>
                <a:ea typeface="Montserrat"/>
                <a:cs typeface="Montserrat"/>
                <a:sym typeface="Montserrat"/>
              </a:rPr>
              <a:t>Resolución de ambigüedad</a:t>
            </a:r>
            <a:endParaRPr b="0" i="0" sz="1000" u="none" cap="none" strike="noStrike">
              <a:solidFill>
                <a:schemeClr val="dk1"/>
              </a:solidFill>
              <a:latin typeface="Montserrat"/>
              <a:ea typeface="Montserrat"/>
              <a:cs typeface="Montserrat"/>
              <a:sym typeface="Montserrat"/>
            </a:endParaRPr>
          </a:p>
        </p:txBody>
      </p:sp>
      <p:sp>
        <p:nvSpPr>
          <p:cNvPr id="274" name="Google Shape;274;p11"/>
          <p:cNvSpPr/>
          <p:nvPr/>
        </p:nvSpPr>
        <p:spPr>
          <a:xfrm>
            <a:off x="6553676" y="3530025"/>
            <a:ext cx="1815900" cy="531300"/>
          </a:xfrm>
          <a:prstGeom prst="rect">
            <a:avLst/>
          </a:prstGeom>
          <a:noFill/>
          <a:ln>
            <a:noFill/>
          </a:ln>
        </p:spPr>
        <p:txBody>
          <a:bodyPr anchorCtr="0" anchor="t" bIns="0" lIns="0" spcFirstLastPara="1" rIns="0" wrap="square" tIns="0">
            <a:noAutofit/>
          </a:bodyPr>
          <a:lstStyle/>
          <a:p>
            <a:pPr indent="0" lvl="0" marL="0" marR="0" rtl="0" algn="l">
              <a:lnSpc>
                <a:spcPct val="161764"/>
              </a:lnSpc>
              <a:spcBef>
                <a:spcPts val="0"/>
              </a:spcBef>
              <a:spcAft>
                <a:spcPts val="0"/>
              </a:spcAft>
              <a:buClr>
                <a:srgbClr val="CFD0D8"/>
              </a:buClr>
              <a:buSzPts val="900"/>
              <a:buFont typeface="Instrument Sans Medium"/>
              <a:buNone/>
            </a:pPr>
            <a:r>
              <a:rPr b="0" i="0" lang="es" sz="1000" u="none" cap="none" strike="noStrike">
                <a:solidFill>
                  <a:schemeClr val="dk1"/>
                </a:solidFill>
                <a:latin typeface="Montserrat"/>
                <a:ea typeface="Montserrat"/>
                <a:cs typeface="Montserrat"/>
                <a:sym typeface="Montserrat"/>
              </a:rPr>
              <a:t>Técnicas y estrategias para identificar y eliminar la ambigüedad en las gramáticas.</a:t>
            </a:r>
            <a:endParaRPr b="0" i="0" sz="1000" u="none" cap="none" strike="noStrike">
              <a:solidFill>
                <a:schemeClr val="dk1"/>
              </a:solidFill>
              <a:latin typeface="Montserrat"/>
              <a:ea typeface="Montserrat"/>
              <a:cs typeface="Montserrat"/>
              <a:sym typeface="Montserrat"/>
            </a:endParaRPr>
          </a:p>
        </p:txBody>
      </p:sp>
      <p:pic>
        <p:nvPicPr>
          <p:cNvPr id="275" name="Google Shape;275;p11"/>
          <p:cNvPicPr preferRelativeResize="0"/>
          <p:nvPr/>
        </p:nvPicPr>
        <p:blipFill rotWithShape="1">
          <a:blip r:embed="rId7">
            <a:alphaModFix/>
          </a:blip>
          <a:srcRect b="0" l="0" r="0" t="0"/>
          <a:stretch/>
        </p:blipFill>
        <p:spPr>
          <a:xfrm>
            <a:off x="561801" y="1555702"/>
            <a:ext cx="3733665" cy="2856986"/>
          </a:xfrm>
          <a:prstGeom prst="rect">
            <a:avLst/>
          </a:prstGeom>
          <a:noFill/>
          <a:ln>
            <a:noFill/>
          </a:ln>
        </p:spPr>
      </p:pic>
      <p:sp>
        <p:nvSpPr>
          <p:cNvPr id="276" name="Google Shape;276;p11"/>
          <p:cNvSpPr/>
          <p:nvPr/>
        </p:nvSpPr>
        <p:spPr>
          <a:xfrm>
            <a:off x="6270654" y="0"/>
            <a:ext cx="2873346" cy="85589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8">
              <a:alphaModFix/>
            </a:blip>
            <a:stretch>
              <a:fillRect b="0" l="0" r="0" t="0"/>
            </a:stretch>
          </a:blipFill>
          <a:ln>
            <a:noFill/>
          </a:ln>
        </p:spPr>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12"/>
          <p:cNvSpPr txBox="1"/>
          <p:nvPr/>
        </p:nvSpPr>
        <p:spPr>
          <a:xfrm>
            <a:off x="687449" y="499550"/>
            <a:ext cx="5443500" cy="4311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3000"/>
              <a:buFont typeface="Arial"/>
              <a:buNone/>
            </a:pPr>
            <a:r>
              <a:rPr b="0" i="0" lang="es" sz="2800" u="none" cap="none" strike="noStrike">
                <a:solidFill>
                  <a:srgbClr val="131416"/>
                </a:solidFill>
                <a:latin typeface="Impact"/>
                <a:ea typeface="Impact"/>
                <a:cs typeface="Impact"/>
                <a:sym typeface="Impact"/>
              </a:rPr>
              <a:t>Definición de un Autómata de Pila</a:t>
            </a:r>
            <a:endParaRPr b="0" i="0" sz="500" u="none" cap="none" strike="noStrike">
              <a:solidFill>
                <a:srgbClr val="000000"/>
              </a:solidFill>
              <a:latin typeface="Arial"/>
              <a:ea typeface="Arial"/>
              <a:cs typeface="Arial"/>
              <a:sym typeface="Arial"/>
            </a:endParaRPr>
          </a:p>
        </p:txBody>
      </p:sp>
      <p:sp>
        <p:nvSpPr>
          <p:cNvPr id="282" name="Google Shape;282;p12"/>
          <p:cNvSpPr/>
          <p:nvPr/>
        </p:nvSpPr>
        <p:spPr>
          <a:xfrm>
            <a:off x="687450" y="1174300"/>
            <a:ext cx="4838100" cy="1195800"/>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BFBFBF"/>
              </a:buClr>
              <a:buSzPts val="700"/>
              <a:buFont typeface="Open Sans"/>
              <a:buNone/>
            </a:pPr>
            <a:r>
              <a:rPr b="0" i="0" lang="es" sz="900" u="none" cap="none" strike="noStrike">
                <a:solidFill>
                  <a:schemeClr val="dk1"/>
                </a:solidFill>
                <a:latin typeface="Montserrat"/>
                <a:ea typeface="Montserrat"/>
                <a:cs typeface="Montserrat"/>
                <a:sym typeface="Montserrat"/>
              </a:rPr>
              <a:t>Un autómata de pila (AP) es una máquina de estados finitos que utiliza una estructura de datos llamada pila. Esta pila sigue el principio LIFO (Last In, First Out) y permite almacenar una cantidad ilimitada de información. Formalmente, se define como un 7-tuple M=(Q,Σ,Γ,δ,q0,Z0,F), donde cada elemento representa una parte específica del autómata.</a:t>
            </a:r>
            <a:endParaRPr b="0" i="0" sz="900" u="none" cap="none" strike="noStrike">
              <a:solidFill>
                <a:schemeClr val="dk1"/>
              </a:solidFill>
              <a:latin typeface="Montserrat"/>
              <a:ea typeface="Montserrat"/>
              <a:cs typeface="Montserrat"/>
              <a:sym typeface="Montserrat"/>
            </a:endParaRPr>
          </a:p>
        </p:txBody>
      </p:sp>
      <p:sp>
        <p:nvSpPr>
          <p:cNvPr id="283" name="Google Shape;283;p12"/>
          <p:cNvSpPr/>
          <p:nvPr/>
        </p:nvSpPr>
        <p:spPr>
          <a:xfrm>
            <a:off x="687444" y="2449951"/>
            <a:ext cx="3936000" cy="523500"/>
          </a:xfrm>
          <a:prstGeom prst="roundRect">
            <a:avLst>
              <a:gd fmla="val 2603" name="adj"/>
            </a:avLst>
          </a:prstGeom>
          <a:solidFill>
            <a:srgbClr val="3E3E3E"/>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Open Sans"/>
              <a:ea typeface="Open Sans"/>
              <a:cs typeface="Open Sans"/>
              <a:sym typeface="Open Sans"/>
            </a:endParaRPr>
          </a:p>
        </p:txBody>
      </p:sp>
      <p:sp>
        <p:nvSpPr>
          <p:cNvPr id="284" name="Google Shape;284;p12"/>
          <p:cNvSpPr/>
          <p:nvPr/>
        </p:nvSpPr>
        <p:spPr>
          <a:xfrm>
            <a:off x="778288" y="2540795"/>
            <a:ext cx="1135500" cy="1419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BFBFBF"/>
              </a:buClr>
              <a:buSzPts val="900"/>
              <a:buFont typeface="Instrument Sans Medium"/>
              <a:buNone/>
            </a:pPr>
            <a:r>
              <a:rPr b="0" i="0" lang="es" sz="900" u="none" cap="none" strike="noStrike">
                <a:solidFill>
                  <a:schemeClr val="lt1"/>
                </a:solidFill>
                <a:latin typeface="Montserrat"/>
                <a:ea typeface="Montserrat"/>
                <a:cs typeface="Montserrat"/>
                <a:sym typeface="Montserrat"/>
              </a:rPr>
              <a:t>Q</a:t>
            </a:r>
            <a:endParaRPr b="0" i="0" sz="900" u="none" cap="none" strike="noStrike">
              <a:solidFill>
                <a:schemeClr val="lt1"/>
              </a:solidFill>
              <a:latin typeface="Montserrat"/>
              <a:ea typeface="Montserrat"/>
              <a:cs typeface="Montserrat"/>
              <a:sym typeface="Montserrat"/>
            </a:endParaRPr>
          </a:p>
        </p:txBody>
      </p:sp>
      <p:sp>
        <p:nvSpPr>
          <p:cNvPr id="285" name="Google Shape;285;p12"/>
          <p:cNvSpPr/>
          <p:nvPr/>
        </p:nvSpPr>
        <p:spPr>
          <a:xfrm>
            <a:off x="778289" y="2737249"/>
            <a:ext cx="3754500" cy="145200"/>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BFBFBF"/>
              </a:buClr>
              <a:buSzPts val="700"/>
              <a:buFont typeface="Open Sans"/>
              <a:buNone/>
            </a:pPr>
            <a:r>
              <a:rPr b="0" i="0" lang="es" sz="900" u="none" cap="none" strike="noStrike">
                <a:solidFill>
                  <a:schemeClr val="lt1"/>
                </a:solidFill>
                <a:latin typeface="Montserrat"/>
                <a:ea typeface="Montserrat"/>
                <a:cs typeface="Montserrat"/>
                <a:sym typeface="Montserrat"/>
              </a:rPr>
              <a:t>Conjunto finito de estados</a:t>
            </a:r>
            <a:endParaRPr b="0" i="0" sz="900" u="none" cap="none" strike="noStrike">
              <a:solidFill>
                <a:schemeClr val="lt1"/>
              </a:solidFill>
              <a:latin typeface="Montserrat"/>
              <a:ea typeface="Montserrat"/>
              <a:cs typeface="Montserrat"/>
              <a:sym typeface="Montserrat"/>
            </a:endParaRPr>
          </a:p>
        </p:txBody>
      </p:sp>
      <p:sp>
        <p:nvSpPr>
          <p:cNvPr id="286" name="Google Shape;286;p12"/>
          <p:cNvSpPr/>
          <p:nvPr/>
        </p:nvSpPr>
        <p:spPr>
          <a:xfrm>
            <a:off x="687444" y="3064254"/>
            <a:ext cx="3936000" cy="523500"/>
          </a:xfrm>
          <a:prstGeom prst="roundRect">
            <a:avLst>
              <a:gd fmla="val 2603" name="adj"/>
            </a:avLst>
          </a:prstGeom>
          <a:solidFill>
            <a:srgbClr val="3E3E3E"/>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Open Sans"/>
              <a:ea typeface="Open Sans"/>
              <a:cs typeface="Open Sans"/>
              <a:sym typeface="Open Sans"/>
            </a:endParaRPr>
          </a:p>
        </p:txBody>
      </p:sp>
      <p:sp>
        <p:nvSpPr>
          <p:cNvPr id="287" name="Google Shape;287;p12"/>
          <p:cNvSpPr/>
          <p:nvPr/>
        </p:nvSpPr>
        <p:spPr>
          <a:xfrm>
            <a:off x="778288" y="3155098"/>
            <a:ext cx="1135500" cy="1419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BFBFBF"/>
              </a:buClr>
              <a:buSzPts val="900"/>
              <a:buFont typeface="Instrument Sans Medium"/>
              <a:buNone/>
            </a:pPr>
            <a:r>
              <a:rPr b="0" i="0" lang="es" sz="900" u="none" cap="none" strike="noStrike">
                <a:solidFill>
                  <a:schemeClr val="lt1"/>
                </a:solidFill>
                <a:latin typeface="Montserrat"/>
                <a:ea typeface="Montserrat"/>
                <a:cs typeface="Montserrat"/>
                <a:sym typeface="Montserrat"/>
              </a:rPr>
              <a:t>Σ</a:t>
            </a:r>
            <a:endParaRPr b="0" i="0" sz="900" u="none" cap="none" strike="noStrike">
              <a:solidFill>
                <a:schemeClr val="lt1"/>
              </a:solidFill>
              <a:latin typeface="Montserrat"/>
              <a:ea typeface="Montserrat"/>
              <a:cs typeface="Montserrat"/>
              <a:sym typeface="Montserrat"/>
            </a:endParaRPr>
          </a:p>
        </p:txBody>
      </p:sp>
      <p:sp>
        <p:nvSpPr>
          <p:cNvPr id="288" name="Google Shape;288;p12"/>
          <p:cNvSpPr/>
          <p:nvPr/>
        </p:nvSpPr>
        <p:spPr>
          <a:xfrm>
            <a:off x="778289" y="3351552"/>
            <a:ext cx="3754500" cy="145200"/>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BFBFBF"/>
              </a:buClr>
              <a:buSzPts val="700"/>
              <a:buFont typeface="Open Sans"/>
              <a:buNone/>
            </a:pPr>
            <a:r>
              <a:rPr b="0" i="0" lang="es" sz="900" u="none" cap="none" strike="noStrike">
                <a:solidFill>
                  <a:schemeClr val="lt1"/>
                </a:solidFill>
                <a:latin typeface="Montserrat"/>
                <a:ea typeface="Montserrat"/>
                <a:cs typeface="Montserrat"/>
                <a:sym typeface="Montserrat"/>
              </a:rPr>
              <a:t>Conjunto finito de símbolos de entrada (alfabeto)</a:t>
            </a:r>
            <a:endParaRPr b="0" i="0" sz="900" u="none" cap="none" strike="noStrike">
              <a:solidFill>
                <a:schemeClr val="lt1"/>
              </a:solidFill>
              <a:latin typeface="Montserrat"/>
              <a:ea typeface="Montserrat"/>
              <a:cs typeface="Montserrat"/>
              <a:sym typeface="Montserrat"/>
            </a:endParaRPr>
          </a:p>
        </p:txBody>
      </p:sp>
      <p:sp>
        <p:nvSpPr>
          <p:cNvPr id="289" name="Google Shape;289;p12"/>
          <p:cNvSpPr/>
          <p:nvPr/>
        </p:nvSpPr>
        <p:spPr>
          <a:xfrm>
            <a:off x="687444" y="3678557"/>
            <a:ext cx="3936000" cy="523500"/>
          </a:xfrm>
          <a:prstGeom prst="roundRect">
            <a:avLst>
              <a:gd fmla="val 2603" name="adj"/>
            </a:avLst>
          </a:prstGeom>
          <a:solidFill>
            <a:srgbClr val="3E3E3E"/>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Open Sans"/>
              <a:ea typeface="Open Sans"/>
              <a:cs typeface="Open Sans"/>
              <a:sym typeface="Open Sans"/>
            </a:endParaRPr>
          </a:p>
        </p:txBody>
      </p:sp>
      <p:sp>
        <p:nvSpPr>
          <p:cNvPr id="290" name="Google Shape;290;p12"/>
          <p:cNvSpPr/>
          <p:nvPr/>
        </p:nvSpPr>
        <p:spPr>
          <a:xfrm>
            <a:off x="778288" y="3769401"/>
            <a:ext cx="1135500" cy="1419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BFBFBF"/>
              </a:buClr>
              <a:buSzPts val="900"/>
              <a:buFont typeface="Instrument Sans Medium"/>
              <a:buNone/>
            </a:pPr>
            <a:r>
              <a:rPr b="0" i="0" lang="es" sz="900" u="none" cap="none" strike="noStrike">
                <a:solidFill>
                  <a:schemeClr val="lt1"/>
                </a:solidFill>
                <a:latin typeface="Montserrat"/>
                <a:ea typeface="Montserrat"/>
                <a:cs typeface="Montserrat"/>
                <a:sym typeface="Montserrat"/>
              </a:rPr>
              <a:t>Γ</a:t>
            </a:r>
            <a:endParaRPr b="0" i="0" sz="900" u="none" cap="none" strike="noStrike">
              <a:solidFill>
                <a:schemeClr val="lt1"/>
              </a:solidFill>
              <a:latin typeface="Montserrat"/>
              <a:ea typeface="Montserrat"/>
              <a:cs typeface="Montserrat"/>
              <a:sym typeface="Montserrat"/>
            </a:endParaRPr>
          </a:p>
        </p:txBody>
      </p:sp>
      <p:sp>
        <p:nvSpPr>
          <p:cNvPr id="291" name="Google Shape;291;p12"/>
          <p:cNvSpPr/>
          <p:nvPr/>
        </p:nvSpPr>
        <p:spPr>
          <a:xfrm>
            <a:off x="778289" y="3965855"/>
            <a:ext cx="3754500" cy="145200"/>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BFBFBF"/>
              </a:buClr>
              <a:buSzPts val="700"/>
              <a:buFont typeface="Open Sans"/>
              <a:buNone/>
            </a:pPr>
            <a:r>
              <a:rPr b="0" i="0" lang="es" sz="900" u="none" cap="none" strike="noStrike">
                <a:solidFill>
                  <a:schemeClr val="lt1"/>
                </a:solidFill>
                <a:latin typeface="Montserrat"/>
                <a:ea typeface="Montserrat"/>
                <a:cs typeface="Montserrat"/>
                <a:sym typeface="Montserrat"/>
              </a:rPr>
              <a:t>Conjunto finito de símbolos de pila</a:t>
            </a:r>
            <a:endParaRPr b="0" i="0" sz="900" u="none" cap="none" strike="noStrike">
              <a:solidFill>
                <a:schemeClr val="lt1"/>
              </a:solidFill>
              <a:latin typeface="Montserrat"/>
              <a:ea typeface="Montserrat"/>
              <a:cs typeface="Montserrat"/>
              <a:sym typeface="Montserrat"/>
            </a:endParaRPr>
          </a:p>
        </p:txBody>
      </p:sp>
      <p:sp>
        <p:nvSpPr>
          <p:cNvPr id="292" name="Google Shape;292;p12"/>
          <p:cNvSpPr/>
          <p:nvPr/>
        </p:nvSpPr>
        <p:spPr>
          <a:xfrm>
            <a:off x="687444" y="4292860"/>
            <a:ext cx="3936000" cy="523500"/>
          </a:xfrm>
          <a:prstGeom prst="roundRect">
            <a:avLst>
              <a:gd fmla="val 2603" name="adj"/>
            </a:avLst>
          </a:prstGeom>
          <a:solidFill>
            <a:srgbClr val="3E3E3E"/>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lt1"/>
              </a:solidFill>
              <a:latin typeface="Open Sans"/>
              <a:ea typeface="Open Sans"/>
              <a:cs typeface="Open Sans"/>
              <a:sym typeface="Open Sans"/>
            </a:endParaRPr>
          </a:p>
        </p:txBody>
      </p:sp>
      <p:sp>
        <p:nvSpPr>
          <p:cNvPr id="293" name="Google Shape;293;p12"/>
          <p:cNvSpPr/>
          <p:nvPr/>
        </p:nvSpPr>
        <p:spPr>
          <a:xfrm>
            <a:off x="778288" y="4383704"/>
            <a:ext cx="1135500" cy="1419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BFBFBF"/>
              </a:buClr>
              <a:buSzPts val="900"/>
              <a:buFont typeface="Instrument Sans Medium"/>
              <a:buNone/>
            </a:pPr>
            <a:r>
              <a:rPr b="0" i="0" lang="es" sz="900" u="none" cap="none" strike="noStrike">
                <a:solidFill>
                  <a:schemeClr val="lt1"/>
                </a:solidFill>
                <a:latin typeface="Montserrat"/>
                <a:ea typeface="Montserrat"/>
                <a:cs typeface="Montserrat"/>
                <a:sym typeface="Montserrat"/>
              </a:rPr>
              <a:t>δ</a:t>
            </a:r>
            <a:endParaRPr b="0" i="0" sz="900" u="none" cap="none" strike="noStrike">
              <a:solidFill>
                <a:schemeClr val="lt1"/>
              </a:solidFill>
              <a:latin typeface="Montserrat"/>
              <a:ea typeface="Montserrat"/>
              <a:cs typeface="Montserrat"/>
              <a:sym typeface="Montserrat"/>
            </a:endParaRPr>
          </a:p>
        </p:txBody>
      </p:sp>
      <p:sp>
        <p:nvSpPr>
          <p:cNvPr id="294" name="Google Shape;294;p12"/>
          <p:cNvSpPr/>
          <p:nvPr/>
        </p:nvSpPr>
        <p:spPr>
          <a:xfrm>
            <a:off x="778289" y="4580158"/>
            <a:ext cx="3754500" cy="145200"/>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BFBFBF"/>
              </a:buClr>
              <a:buSzPts val="700"/>
              <a:buFont typeface="Open Sans"/>
              <a:buNone/>
            </a:pPr>
            <a:r>
              <a:rPr b="0" i="0" lang="es" sz="900" u="none" cap="none" strike="noStrike">
                <a:solidFill>
                  <a:schemeClr val="lt1"/>
                </a:solidFill>
                <a:latin typeface="Montserrat"/>
                <a:ea typeface="Montserrat"/>
                <a:cs typeface="Montserrat"/>
                <a:sym typeface="Montserrat"/>
              </a:rPr>
              <a:t>Función de transición</a:t>
            </a:r>
            <a:endParaRPr b="0" i="0" sz="900" u="none" cap="none" strike="noStrike">
              <a:solidFill>
                <a:schemeClr val="lt1"/>
              </a:solidFill>
              <a:latin typeface="Montserrat"/>
              <a:ea typeface="Montserrat"/>
              <a:cs typeface="Montserrat"/>
              <a:sym typeface="Montserrat"/>
            </a:endParaRPr>
          </a:p>
        </p:txBody>
      </p:sp>
      <p:pic>
        <p:nvPicPr>
          <p:cNvPr id="295" name="Google Shape;295;p12"/>
          <p:cNvPicPr preferRelativeResize="0"/>
          <p:nvPr/>
        </p:nvPicPr>
        <p:blipFill rotWithShape="1">
          <a:blip r:embed="rId3">
            <a:alphaModFix/>
          </a:blip>
          <a:srcRect b="0" l="0" r="0" t="0"/>
          <a:stretch/>
        </p:blipFill>
        <p:spPr>
          <a:xfrm>
            <a:off x="5525550" y="1253950"/>
            <a:ext cx="3528175" cy="3326200"/>
          </a:xfrm>
          <a:prstGeom prst="rect">
            <a:avLst/>
          </a:prstGeom>
          <a:noFill/>
          <a:ln>
            <a:noFill/>
          </a:ln>
        </p:spPr>
      </p:pic>
      <p:sp>
        <p:nvSpPr>
          <p:cNvPr id="296" name="Google Shape;296;p12"/>
          <p:cNvSpPr/>
          <p:nvPr/>
        </p:nvSpPr>
        <p:spPr>
          <a:xfrm>
            <a:off x="6270654" y="0"/>
            <a:ext cx="2873346" cy="85589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13"/>
          <p:cNvSpPr txBox="1"/>
          <p:nvPr/>
        </p:nvSpPr>
        <p:spPr>
          <a:xfrm>
            <a:off x="687449" y="446625"/>
            <a:ext cx="5642400" cy="4155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3000"/>
              <a:buFont typeface="Arial"/>
              <a:buNone/>
            </a:pPr>
            <a:r>
              <a:rPr b="0" i="0" lang="es" sz="2700" u="none" cap="none" strike="noStrike">
                <a:solidFill>
                  <a:srgbClr val="131416"/>
                </a:solidFill>
                <a:latin typeface="Impact"/>
                <a:ea typeface="Impact"/>
                <a:cs typeface="Impact"/>
                <a:sym typeface="Impact"/>
              </a:rPr>
              <a:t>Funcionamiento de un Autómata de Pila</a:t>
            </a:r>
            <a:endParaRPr b="0" i="0" sz="400" u="none" cap="none" strike="noStrike">
              <a:solidFill>
                <a:srgbClr val="000000"/>
              </a:solidFill>
              <a:latin typeface="Arial"/>
              <a:ea typeface="Arial"/>
              <a:cs typeface="Arial"/>
              <a:sym typeface="Arial"/>
            </a:endParaRPr>
          </a:p>
        </p:txBody>
      </p:sp>
      <p:sp>
        <p:nvSpPr>
          <p:cNvPr id="302" name="Google Shape;302;p13"/>
          <p:cNvSpPr/>
          <p:nvPr/>
        </p:nvSpPr>
        <p:spPr>
          <a:xfrm>
            <a:off x="687445" y="1070319"/>
            <a:ext cx="6597600" cy="656100"/>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BFBFBF"/>
              </a:buClr>
              <a:buSzPts val="800"/>
              <a:buFont typeface="Open Sans"/>
              <a:buNone/>
            </a:pPr>
            <a:r>
              <a:rPr b="0" i="0" lang="es" sz="1000" u="none" cap="none" strike="noStrike">
                <a:solidFill>
                  <a:schemeClr val="dk1"/>
                </a:solidFill>
                <a:latin typeface="Open Sans"/>
                <a:ea typeface="Open Sans"/>
                <a:cs typeface="Open Sans"/>
                <a:sym typeface="Open Sans"/>
              </a:rPr>
              <a:t>El autómata de pila opera leyendo símbolos de entrada uno por uno. En cada paso, realiza una acción basada en su estado actual, el símbolo de entrada y el símbolo en la cima de la pila. Puede empujar símbolos en la pila, desapilar símbolos o no hacer nada, dependiendo de la transición definida. La aceptación de una cadena ocurre si, al final de la entrada, el autómata se encuentra en un estado de aceptación.</a:t>
            </a:r>
            <a:endParaRPr b="0" i="0" sz="1000" u="none" cap="none" strike="noStrike">
              <a:solidFill>
                <a:schemeClr val="dk1"/>
              </a:solidFill>
              <a:latin typeface="Open Sans"/>
              <a:ea typeface="Open Sans"/>
              <a:cs typeface="Open Sans"/>
              <a:sym typeface="Open Sans"/>
            </a:endParaRPr>
          </a:p>
        </p:txBody>
      </p:sp>
      <p:sp>
        <p:nvSpPr>
          <p:cNvPr id="303" name="Google Shape;303;p13"/>
          <p:cNvSpPr/>
          <p:nvPr/>
        </p:nvSpPr>
        <p:spPr>
          <a:xfrm>
            <a:off x="3980475" y="2252299"/>
            <a:ext cx="11400" cy="2255700"/>
          </a:xfrm>
          <a:prstGeom prst="roundRect">
            <a:avLst>
              <a:gd fmla="val 134559" name="adj"/>
            </a:avLst>
          </a:prstGeom>
          <a:solidFill>
            <a:srgbClr val="575757"/>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Open Sans"/>
              <a:ea typeface="Open Sans"/>
              <a:cs typeface="Open Sans"/>
              <a:sym typeface="Open Sans"/>
            </a:endParaRPr>
          </a:p>
        </p:txBody>
      </p:sp>
      <p:sp>
        <p:nvSpPr>
          <p:cNvPr id="304" name="Google Shape;304;p13"/>
          <p:cNvSpPr/>
          <p:nvPr/>
        </p:nvSpPr>
        <p:spPr>
          <a:xfrm>
            <a:off x="3523424" y="2477209"/>
            <a:ext cx="358800" cy="11400"/>
          </a:xfrm>
          <a:prstGeom prst="roundRect">
            <a:avLst>
              <a:gd fmla="val 134559" name="adj"/>
            </a:avLst>
          </a:prstGeom>
          <a:solidFill>
            <a:srgbClr val="575757"/>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Open Sans"/>
              <a:ea typeface="Open Sans"/>
              <a:cs typeface="Open Sans"/>
              <a:sym typeface="Open Sans"/>
            </a:endParaRPr>
          </a:p>
        </p:txBody>
      </p:sp>
      <p:sp>
        <p:nvSpPr>
          <p:cNvPr id="305" name="Google Shape;305;p13"/>
          <p:cNvSpPr/>
          <p:nvPr/>
        </p:nvSpPr>
        <p:spPr>
          <a:xfrm>
            <a:off x="3870848" y="2367612"/>
            <a:ext cx="230700" cy="230700"/>
          </a:xfrm>
          <a:prstGeom prst="roundRect">
            <a:avLst>
              <a:gd fmla="val 6667" name="adj"/>
            </a:avLst>
          </a:prstGeom>
          <a:solidFill>
            <a:srgbClr val="3E3E3E"/>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Open Sans"/>
              <a:ea typeface="Open Sans"/>
              <a:cs typeface="Open Sans"/>
              <a:sym typeface="Open Sans"/>
            </a:endParaRPr>
          </a:p>
        </p:txBody>
      </p:sp>
      <p:sp>
        <p:nvSpPr>
          <p:cNvPr id="306" name="Google Shape;306;p13"/>
          <p:cNvSpPr/>
          <p:nvPr/>
        </p:nvSpPr>
        <p:spPr>
          <a:xfrm>
            <a:off x="3956276" y="2406010"/>
            <a:ext cx="59700" cy="153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BFBFBF"/>
              </a:buClr>
              <a:buSzPts val="1200"/>
              <a:buFont typeface="Instrument Sans Medium"/>
              <a:buNone/>
            </a:pPr>
            <a:r>
              <a:rPr b="0" i="0" lang="es" sz="1000" u="none" cap="none" strike="noStrike">
                <a:solidFill>
                  <a:schemeClr val="dk1"/>
                </a:solidFill>
                <a:latin typeface="Open Sans"/>
                <a:ea typeface="Open Sans"/>
                <a:cs typeface="Open Sans"/>
                <a:sym typeface="Open Sans"/>
              </a:rPr>
              <a:t>1</a:t>
            </a:r>
            <a:endParaRPr b="0" i="0" sz="1000" u="none" cap="none" strike="noStrike">
              <a:solidFill>
                <a:schemeClr val="dk1"/>
              </a:solidFill>
              <a:latin typeface="Open Sans"/>
              <a:ea typeface="Open Sans"/>
              <a:cs typeface="Open Sans"/>
              <a:sym typeface="Open Sans"/>
            </a:endParaRPr>
          </a:p>
        </p:txBody>
      </p:sp>
      <p:sp>
        <p:nvSpPr>
          <p:cNvPr id="307" name="Google Shape;307;p13"/>
          <p:cNvSpPr/>
          <p:nvPr/>
        </p:nvSpPr>
        <p:spPr>
          <a:xfrm>
            <a:off x="2140662" y="2354813"/>
            <a:ext cx="1281600" cy="160200"/>
          </a:xfrm>
          <a:prstGeom prst="rect">
            <a:avLst/>
          </a:prstGeom>
          <a:noFill/>
          <a:ln>
            <a:noFill/>
          </a:ln>
        </p:spPr>
        <p:txBody>
          <a:bodyPr anchorCtr="0" anchor="t" bIns="0" lIns="0" spcFirstLastPara="1" rIns="0" wrap="square" tIns="0">
            <a:noAutofit/>
          </a:bodyPr>
          <a:lstStyle/>
          <a:p>
            <a:pPr indent="0" lvl="0" marL="0" marR="0" rtl="0" algn="r">
              <a:lnSpc>
                <a:spcPct val="125000"/>
              </a:lnSpc>
              <a:spcBef>
                <a:spcPts val="0"/>
              </a:spcBef>
              <a:spcAft>
                <a:spcPts val="0"/>
              </a:spcAft>
              <a:buClr>
                <a:srgbClr val="BFBFBF"/>
              </a:buClr>
              <a:buSzPts val="1000"/>
              <a:buFont typeface="Instrument Sans Medium"/>
              <a:buNone/>
            </a:pPr>
            <a:r>
              <a:rPr b="0" i="0" lang="es" sz="1000" u="none" cap="none" strike="noStrike">
                <a:solidFill>
                  <a:schemeClr val="dk1"/>
                </a:solidFill>
                <a:latin typeface="Open Sans"/>
                <a:ea typeface="Open Sans"/>
                <a:cs typeface="Open Sans"/>
                <a:sym typeface="Open Sans"/>
              </a:rPr>
              <a:t>Lectura</a:t>
            </a:r>
            <a:endParaRPr b="0" i="0" sz="1000" u="none" cap="none" strike="noStrike">
              <a:solidFill>
                <a:schemeClr val="dk1"/>
              </a:solidFill>
              <a:latin typeface="Open Sans"/>
              <a:ea typeface="Open Sans"/>
              <a:cs typeface="Open Sans"/>
              <a:sym typeface="Open Sans"/>
            </a:endParaRPr>
          </a:p>
        </p:txBody>
      </p:sp>
      <p:sp>
        <p:nvSpPr>
          <p:cNvPr id="308" name="Google Shape;308;p13"/>
          <p:cNvSpPr/>
          <p:nvPr/>
        </p:nvSpPr>
        <p:spPr>
          <a:xfrm>
            <a:off x="687445" y="2576507"/>
            <a:ext cx="2734800" cy="164100"/>
          </a:xfrm>
          <a:prstGeom prst="rect">
            <a:avLst/>
          </a:prstGeom>
          <a:noFill/>
          <a:ln>
            <a:noFill/>
          </a:ln>
        </p:spPr>
        <p:txBody>
          <a:bodyPr anchorCtr="0" anchor="t" bIns="0" lIns="0" spcFirstLastPara="1" rIns="0" wrap="square" tIns="0">
            <a:noAutofit/>
          </a:bodyPr>
          <a:lstStyle/>
          <a:p>
            <a:pPr indent="0" lvl="0" marL="0" marR="0" rtl="0" algn="r">
              <a:lnSpc>
                <a:spcPct val="159375"/>
              </a:lnSpc>
              <a:spcBef>
                <a:spcPts val="0"/>
              </a:spcBef>
              <a:spcAft>
                <a:spcPts val="0"/>
              </a:spcAft>
              <a:buClr>
                <a:srgbClr val="BFBFBF"/>
              </a:buClr>
              <a:buSzPts val="800"/>
              <a:buFont typeface="Open Sans"/>
              <a:buNone/>
            </a:pPr>
            <a:r>
              <a:rPr b="0" i="0" lang="es" sz="1000" u="none" cap="none" strike="noStrike">
                <a:solidFill>
                  <a:schemeClr val="dk1"/>
                </a:solidFill>
                <a:latin typeface="Open Sans"/>
                <a:ea typeface="Open Sans"/>
                <a:cs typeface="Open Sans"/>
                <a:sym typeface="Open Sans"/>
              </a:rPr>
              <a:t>Lee símbolos de entrada uno por uno</a:t>
            </a:r>
            <a:endParaRPr b="0" i="0" sz="1000" u="none" cap="none" strike="noStrike">
              <a:solidFill>
                <a:schemeClr val="dk1"/>
              </a:solidFill>
              <a:latin typeface="Open Sans"/>
              <a:ea typeface="Open Sans"/>
              <a:cs typeface="Open Sans"/>
              <a:sym typeface="Open Sans"/>
            </a:endParaRPr>
          </a:p>
        </p:txBody>
      </p:sp>
      <p:sp>
        <p:nvSpPr>
          <p:cNvPr id="309" name="Google Shape;309;p13"/>
          <p:cNvSpPr/>
          <p:nvPr/>
        </p:nvSpPr>
        <p:spPr>
          <a:xfrm>
            <a:off x="4090102" y="2989833"/>
            <a:ext cx="358800" cy="11400"/>
          </a:xfrm>
          <a:prstGeom prst="roundRect">
            <a:avLst>
              <a:gd fmla="val 134559" name="adj"/>
            </a:avLst>
          </a:prstGeom>
          <a:solidFill>
            <a:srgbClr val="575757"/>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Open Sans"/>
              <a:ea typeface="Open Sans"/>
              <a:cs typeface="Open Sans"/>
              <a:sym typeface="Open Sans"/>
            </a:endParaRPr>
          </a:p>
        </p:txBody>
      </p:sp>
      <p:sp>
        <p:nvSpPr>
          <p:cNvPr id="310" name="Google Shape;310;p13"/>
          <p:cNvSpPr/>
          <p:nvPr/>
        </p:nvSpPr>
        <p:spPr>
          <a:xfrm>
            <a:off x="3870848" y="2880236"/>
            <a:ext cx="230700" cy="230700"/>
          </a:xfrm>
          <a:prstGeom prst="roundRect">
            <a:avLst>
              <a:gd fmla="val 6667" name="adj"/>
            </a:avLst>
          </a:prstGeom>
          <a:solidFill>
            <a:srgbClr val="3E3E3E"/>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Open Sans"/>
              <a:ea typeface="Open Sans"/>
              <a:cs typeface="Open Sans"/>
              <a:sym typeface="Open Sans"/>
            </a:endParaRPr>
          </a:p>
        </p:txBody>
      </p:sp>
      <p:sp>
        <p:nvSpPr>
          <p:cNvPr id="311" name="Google Shape;311;p13"/>
          <p:cNvSpPr/>
          <p:nvPr/>
        </p:nvSpPr>
        <p:spPr>
          <a:xfrm>
            <a:off x="3943774" y="2918633"/>
            <a:ext cx="84900" cy="153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BFBFBF"/>
              </a:buClr>
              <a:buSzPts val="1200"/>
              <a:buFont typeface="Instrument Sans Medium"/>
              <a:buNone/>
            </a:pPr>
            <a:r>
              <a:rPr b="0" i="0" lang="es" sz="1000" u="none" cap="none" strike="noStrike">
                <a:solidFill>
                  <a:schemeClr val="dk1"/>
                </a:solidFill>
                <a:latin typeface="Open Sans"/>
                <a:ea typeface="Open Sans"/>
                <a:cs typeface="Open Sans"/>
                <a:sym typeface="Open Sans"/>
              </a:rPr>
              <a:t>2</a:t>
            </a:r>
            <a:endParaRPr b="0" i="0" sz="1000" u="none" cap="none" strike="noStrike">
              <a:solidFill>
                <a:schemeClr val="dk1"/>
              </a:solidFill>
              <a:latin typeface="Open Sans"/>
              <a:ea typeface="Open Sans"/>
              <a:cs typeface="Open Sans"/>
              <a:sym typeface="Open Sans"/>
            </a:endParaRPr>
          </a:p>
        </p:txBody>
      </p:sp>
      <p:sp>
        <p:nvSpPr>
          <p:cNvPr id="312" name="Google Shape;312;p13"/>
          <p:cNvSpPr/>
          <p:nvPr/>
        </p:nvSpPr>
        <p:spPr>
          <a:xfrm>
            <a:off x="4550070" y="2867436"/>
            <a:ext cx="1281600" cy="1602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BFBFBF"/>
              </a:buClr>
              <a:buSzPts val="1000"/>
              <a:buFont typeface="Instrument Sans Medium"/>
              <a:buNone/>
            </a:pPr>
            <a:r>
              <a:rPr b="0" i="0" lang="es" sz="1000" u="none" cap="none" strike="noStrike">
                <a:solidFill>
                  <a:schemeClr val="dk1"/>
                </a:solidFill>
                <a:latin typeface="Open Sans"/>
                <a:ea typeface="Open Sans"/>
                <a:cs typeface="Open Sans"/>
                <a:sym typeface="Open Sans"/>
              </a:rPr>
              <a:t>Acción</a:t>
            </a:r>
            <a:endParaRPr b="0" i="0" sz="1000" u="none" cap="none" strike="noStrike">
              <a:solidFill>
                <a:schemeClr val="dk1"/>
              </a:solidFill>
              <a:latin typeface="Open Sans"/>
              <a:ea typeface="Open Sans"/>
              <a:cs typeface="Open Sans"/>
              <a:sym typeface="Open Sans"/>
            </a:endParaRPr>
          </a:p>
        </p:txBody>
      </p:sp>
      <p:sp>
        <p:nvSpPr>
          <p:cNvPr id="313" name="Google Shape;313;p13"/>
          <p:cNvSpPr/>
          <p:nvPr/>
        </p:nvSpPr>
        <p:spPr>
          <a:xfrm>
            <a:off x="4550070" y="3089131"/>
            <a:ext cx="2734800" cy="327900"/>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BFBFBF"/>
              </a:buClr>
              <a:buSzPts val="800"/>
              <a:buFont typeface="Open Sans"/>
              <a:buNone/>
            </a:pPr>
            <a:r>
              <a:rPr b="0" i="0" lang="es" sz="1000" u="none" cap="none" strike="noStrike">
                <a:solidFill>
                  <a:schemeClr val="dk1"/>
                </a:solidFill>
                <a:latin typeface="Open Sans"/>
                <a:ea typeface="Open Sans"/>
                <a:cs typeface="Open Sans"/>
                <a:sym typeface="Open Sans"/>
              </a:rPr>
              <a:t>Realiza acciones basadas en el estado, símbolo de entrada y cima de la pila</a:t>
            </a:r>
            <a:endParaRPr b="0" i="0" sz="1000" u="none" cap="none" strike="noStrike">
              <a:solidFill>
                <a:schemeClr val="dk1"/>
              </a:solidFill>
              <a:latin typeface="Open Sans"/>
              <a:ea typeface="Open Sans"/>
              <a:cs typeface="Open Sans"/>
              <a:sym typeface="Open Sans"/>
            </a:endParaRPr>
          </a:p>
        </p:txBody>
      </p:sp>
      <p:sp>
        <p:nvSpPr>
          <p:cNvPr id="314" name="Google Shape;314;p13"/>
          <p:cNvSpPr/>
          <p:nvPr/>
        </p:nvSpPr>
        <p:spPr>
          <a:xfrm>
            <a:off x="3523424" y="3451200"/>
            <a:ext cx="358800" cy="11400"/>
          </a:xfrm>
          <a:prstGeom prst="roundRect">
            <a:avLst>
              <a:gd fmla="val 134559" name="adj"/>
            </a:avLst>
          </a:prstGeom>
          <a:solidFill>
            <a:srgbClr val="575757"/>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Open Sans"/>
              <a:ea typeface="Open Sans"/>
              <a:cs typeface="Open Sans"/>
              <a:sym typeface="Open Sans"/>
            </a:endParaRPr>
          </a:p>
        </p:txBody>
      </p:sp>
      <p:sp>
        <p:nvSpPr>
          <p:cNvPr id="315" name="Google Shape;315;p13"/>
          <p:cNvSpPr/>
          <p:nvPr/>
        </p:nvSpPr>
        <p:spPr>
          <a:xfrm>
            <a:off x="3870848" y="3341603"/>
            <a:ext cx="230700" cy="230700"/>
          </a:xfrm>
          <a:prstGeom prst="roundRect">
            <a:avLst>
              <a:gd fmla="val 6667" name="adj"/>
            </a:avLst>
          </a:prstGeom>
          <a:solidFill>
            <a:srgbClr val="3E3E3E"/>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Open Sans"/>
              <a:ea typeface="Open Sans"/>
              <a:cs typeface="Open Sans"/>
              <a:sym typeface="Open Sans"/>
            </a:endParaRPr>
          </a:p>
        </p:txBody>
      </p:sp>
      <p:sp>
        <p:nvSpPr>
          <p:cNvPr id="316" name="Google Shape;316;p13"/>
          <p:cNvSpPr/>
          <p:nvPr/>
        </p:nvSpPr>
        <p:spPr>
          <a:xfrm>
            <a:off x="3941810" y="3380000"/>
            <a:ext cx="88800" cy="153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BFBFBF"/>
              </a:buClr>
              <a:buSzPts val="1200"/>
              <a:buFont typeface="Instrument Sans Medium"/>
              <a:buNone/>
            </a:pPr>
            <a:r>
              <a:rPr b="0" i="0" lang="es" sz="1000" u="none" cap="none" strike="noStrike">
                <a:solidFill>
                  <a:schemeClr val="dk1"/>
                </a:solidFill>
                <a:latin typeface="Open Sans"/>
                <a:ea typeface="Open Sans"/>
                <a:cs typeface="Open Sans"/>
                <a:sym typeface="Open Sans"/>
              </a:rPr>
              <a:t>3</a:t>
            </a:r>
            <a:endParaRPr b="0" i="0" sz="1000" u="none" cap="none" strike="noStrike">
              <a:solidFill>
                <a:schemeClr val="dk1"/>
              </a:solidFill>
              <a:latin typeface="Open Sans"/>
              <a:ea typeface="Open Sans"/>
              <a:cs typeface="Open Sans"/>
              <a:sym typeface="Open Sans"/>
            </a:endParaRPr>
          </a:p>
        </p:txBody>
      </p:sp>
      <p:sp>
        <p:nvSpPr>
          <p:cNvPr id="317" name="Google Shape;317;p13"/>
          <p:cNvSpPr/>
          <p:nvPr/>
        </p:nvSpPr>
        <p:spPr>
          <a:xfrm>
            <a:off x="2140662" y="3328804"/>
            <a:ext cx="1281600" cy="160200"/>
          </a:xfrm>
          <a:prstGeom prst="rect">
            <a:avLst/>
          </a:prstGeom>
          <a:noFill/>
          <a:ln>
            <a:noFill/>
          </a:ln>
        </p:spPr>
        <p:txBody>
          <a:bodyPr anchorCtr="0" anchor="t" bIns="0" lIns="0" spcFirstLastPara="1" rIns="0" wrap="square" tIns="0">
            <a:noAutofit/>
          </a:bodyPr>
          <a:lstStyle/>
          <a:p>
            <a:pPr indent="0" lvl="0" marL="0" marR="0" rtl="0" algn="r">
              <a:lnSpc>
                <a:spcPct val="125000"/>
              </a:lnSpc>
              <a:spcBef>
                <a:spcPts val="0"/>
              </a:spcBef>
              <a:spcAft>
                <a:spcPts val="0"/>
              </a:spcAft>
              <a:buClr>
                <a:srgbClr val="BFBFBF"/>
              </a:buClr>
              <a:buSzPts val="1000"/>
              <a:buFont typeface="Instrument Sans Medium"/>
              <a:buNone/>
            </a:pPr>
            <a:r>
              <a:rPr b="0" i="0" lang="es" sz="1000" u="none" cap="none" strike="noStrike">
                <a:solidFill>
                  <a:schemeClr val="dk1"/>
                </a:solidFill>
                <a:latin typeface="Open Sans"/>
                <a:ea typeface="Open Sans"/>
                <a:cs typeface="Open Sans"/>
                <a:sym typeface="Open Sans"/>
              </a:rPr>
              <a:t>Manipulación</a:t>
            </a:r>
            <a:endParaRPr b="0" i="0" sz="1000" u="none" cap="none" strike="noStrike">
              <a:solidFill>
                <a:schemeClr val="dk1"/>
              </a:solidFill>
              <a:latin typeface="Open Sans"/>
              <a:ea typeface="Open Sans"/>
              <a:cs typeface="Open Sans"/>
              <a:sym typeface="Open Sans"/>
            </a:endParaRPr>
          </a:p>
        </p:txBody>
      </p:sp>
      <p:sp>
        <p:nvSpPr>
          <p:cNvPr id="318" name="Google Shape;318;p13"/>
          <p:cNvSpPr/>
          <p:nvPr/>
        </p:nvSpPr>
        <p:spPr>
          <a:xfrm>
            <a:off x="687445" y="3550498"/>
            <a:ext cx="2734800" cy="164100"/>
          </a:xfrm>
          <a:prstGeom prst="rect">
            <a:avLst/>
          </a:prstGeom>
          <a:noFill/>
          <a:ln>
            <a:noFill/>
          </a:ln>
        </p:spPr>
        <p:txBody>
          <a:bodyPr anchorCtr="0" anchor="t" bIns="0" lIns="0" spcFirstLastPara="1" rIns="0" wrap="square" tIns="0">
            <a:noAutofit/>
          </a:bodyPr>
          <a:lstStyle/>
          <a:p>
            <a:pPr indent="0" lvl="0" marL="0" marR="0" rtl="0" algn="r">
              <a:lnSpc>
                <a:spcPct val="159375"/>
              </a:lnSpc>
              <a:spcBef>
                <a:spcPts val="0"/>
              </a:spcBef>
              <a:spcAft>
                <a:spcPts val="0"/>
              </a:spcAft>
              <a:buClr>
                <a:srgbClr val="BFBFBF"/>
              </a:buClr>
              <a:buSzPts val="800"/>
              <a:buFont typeface="Open Sans"/>
              <a:buNone/>
            </a:pPr>
            <a:r>
              <a:rPr b="0" i="0" lang="es" sz="1000" u="none" cap="none" strike="noStrike">
                <a:solidFill>
                  <a:schemeClr val="dk1"/>
                </a:solidFill>
                <a:latin typeface="Open Sans"/>
                <a:ea typeface="Open Sans"/>
                <a:cs typeface="Open Sans"/>
                <a:sym typeface="Open Sans"/>
              </a:rPr>
              <a:t>Empuja o desapila símbolos según la transición</a:t>
            </a:r>
            <a:endParaRPr b="0" i="0" sz="1000" u="none" cap="none" strike="noStrike">
              <a:solidFill>
                <a:schemeClr val="dk1"/>
              </a:solidFill>
              <a:latin typeface="Open Sans"/>
              <a:ea typeface="Open Sans"/>
              <a:cs typeface="Open Sans"/>
              <a:sym typeface="Open Sans"/>
            </a:endParaRPr>
          </a:p>
        </p:txBody>
      </p:sp>
      <p:sp>
        <p:nvSpPr>
          <p:cNvPr id="319" name="Google Shape;319;p13"/>
          <p:cNvSpPr/>
          <p:nvPr/>
        </p:nvSpPr>
        <p:spPr>
          <a:xfrm>
            <a:off x="4090102" y="3912567"/>
            <a:ext cx="358800" cy="11400"/>
          </a:xfrm>
          <a:prstGeom prst="roundRect">
            <a:avLst>
              <a:gd fmla="val 134559" name="adj"/>
            </a:avLst>
          </a:prstGeom>
          <a:solidFill>
            <a:srgbClr val="575757"/>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Open Sans"/>
              <a:ea typeface="Open Sans"/>
              <a:cs typeface="Open Sans"/>
              <a:sym typeface="Open Sans"/>
            </a:endParaRPr>
          </a:p>
        </p:txBody>
      </p:sp>
      <p:sp>
        <p:nvSpPr>
          <p:cNvPr id="320" name="Google Shape;320;p13"/>
          <p:cNvSpPr/>
          <p:nvPr/>
        </p:nvSpPr>
        <p:spPr>
          <a:xfrm>
            <a:off x="3870848" y="3802970"/>
            <a:ext cx="230700" cy="230700"/>
          </a:xfrm>
          <a:prstGeom prst="roundRect">
            <a:avLst>
              <a:gd fmla="val 6667" name="adj"/>
            </a:avLst>
          </a:prstGeom>
          <a:solidFill>
            <a:srgbClr val="3E3E3E"/>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Open Sans"/>
              <a:ea typeface="Open Sans"/>
              <a:cs typeface="Open Sans"/>
              <a:sym typeface="Open Sans"/>
            </a:endParaRPr>
          </a:p>
        </p:txBody>
      </p:sp>
      <p:sp>
        <p:nvSpPr>
          <p:cNvPr id="321" name="Google Shape;321;p13"/>
          <p:cNvSpPr/>
          <p:nvPr/>
        </p:nvSpPr>
        <p:spPr>
          <a:xfrm>
            <a:off x="3939488" y="3841368"/>
            <a:ext cx="93300" cy="153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BFBFBF"/>
              </a:buClr>
              <a:buSzPts val="1200"/>
              <a:buFont typeface="Instrument Sans Medium"/>
              <a:buNone/>
            </a:pPr>
            <a:r>
              <a:rPr b="0" i="0" lang="es" sz="1000" u="none" cap="none" strike="noStrike">
                <a:solidFill>
                  <a:schemeClr val="dk1"/>
                </a:solidFill>
                <a:latin typeface="Open Sans"/>
                <a:ea typeface="Open Sans"/>
                <a:cs typeface="Open Sans"/>
                <a:sym typeface="Open Sans"/>
              </a:rPr>
              <a:t>4</a:t>
            </a:r>
            <a:endParaRPr b="0" i="0" sz="1000" u="none" cap="none" strike="noStrike">
              <a:solidFill>
                <a:schemeClr val="dk1"/>
              </a:solidFill>
              <a:latin typeface="Open Sans"/>
              <a:ea typeface="Open Sans"/>
              <a:cs typeface="Open Sans"/>
              <a:sym typeface="Open Sans"/>
            </a:endParaRPr>
          </a:p>
        </p:txBody>
      </p:sp>
      <p:sp>
        <p:nvSpPr>
          <p:cNvPr id="322" name="Google Shape;322;p13"/>
          <p:cNvSpPr/>
          <p:nvPr/>
        </p:nvSpPr>
        <p:spPr>
          <a:xfrm>
            <a:off x="4550070" y="3790171"/>
            <a:ext cx="1281600" cy="1602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BFBFBF"/>
              </a:buClr>
              <a:buSzPts val="1000"/>
              <a:buFont typeface="Instrument Sans Medium"/>
              <a:buNone/>
            </a:pPr>
            <a:r>
              <a:rPr b="0" i="0" lang="es" sz="1000" u="none" cap="none" strike="noStrike">
                <a:solidFill>
                  <a:schemeClr val="dk1"/>
                </a:solidFill>
                <a:latin typeface="Open Sans"/>
                <a:ea typeface="Open Sans"/>
                <a:cs typeface="Open Sans"/>
                <a:sym typeface="Open Sans"/>
              </a:rPr>
              <a:t>Aceptación</a:t>
            </a:r>
            <a:endParaRPr b="0" i="0" sz="1000" u="none" cap="none" strike="noStrike">
              <a:solidFill>
                <a:schemeClr val="dk1"/>
              </a:solidFill>
              <a:latin typeface="Open Sans"/>
              <a:ea typeface="Open Sans"/>
              <a:cs typeface="Open Sans"/>
              <a:sym typeface="Open Sans"/>
            </a:endParaRPr>
          </a:p>
        </p:txBody>
      </p:sp>
      <p:sp>
        <p:nvSpPr>
          <p:cNvPr id="323" name="Google Shape;323;p13"/>
          <p:cNvSpPr/>
          <p:nvPr/>
        </p:nvSpPr>
        <p:spPr>
          <a:xfrm>
            <a:off x="4550070" y="4011865"/>
            <a:ext cx="2734800" cy="164100"/>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BFBFBF"/>
              </a:buClr>
              <a:buSzPts val="800"/>
              <a:buFont typeface="Open Sans"/>
              <a:buNone/>
            </a:pPr>
            <a:r>
              <a:rPr b="0" i="0" lang="es" sz="1000" u="none" cap="none" strike="noStrike">
                <a:solidFill>
                  <a:schemeClr val="dk1"/>
                </a:solidFill>
                <a:latin typeface="Open Sans"/>
                <a:ea typeface="Open Sans"/>
                <a:cs typeface="Open Sans"/>
                <a:sym typeface="Open Sans"/>
              </a:rPr>
              <a:t>Acepta la cadena si termina en un estado de aceptación</a:t>
            </a:r>
            <a:endParaRPr b="0" i="0" sz="1000" u="none" cap="none" strike="noStrike">
              <a:solidFill>
                <a:schemeClr val="dk1"/>
              </a:solidFill>
              <a:latin typeface="Open Sans"/>
              <a:ea typeface="Open Sans"/>
              <a:cs typeface="Open Sans"/>
              <a:sym typeface="Open Sans"/>
            </a:endParaRPr>
          </a:p>
        </p:txBody>
      </p:sp>
      <p:sp>
        <p:nvSpPr>
          <p:cNvPr id="324" name="Google Shape;324;p13"/>
          <p:cNvSpPr/>
          <p:nvPr/>
        </p:nvSpPr>
        <p:spPr>
          <a:xfrm>
            <a:off x="6270654" y="0"/>
            <a:ext cx="2873346" cy="85589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14"/>
          <p:cNvSpPr txBox="1"/>
          <p:nvPr/>
        </p:nvSpPr>
        <p:spPr>
          <a:xfrm>
            <a:off x="687450" y="558075"/>
            <a:ext cx="4862100" cy="4002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3000"/>
              <a:buFont typeface="Arial"/>
              <a:buNone/>
            </a:pPr>
            <a:r>
              <a:rPr b="0" i="0" lang="es" sz="2600" u="none" cap="none" strike="noStrike">
                <a:solidFill>
                  <a:srgbClr val="131416"/>
                </a:solidFill>
                <a:latin typeface="Impact"/>
                <a:ea typeface="Impact"/>
                <a:cs typeface="Impact"/>
                <a:sym typeface="Impact"/>
              </a:rPr>
              <a:t>Diferencias con Autómatas Finitos</a:t>
            </a:r>
            <a:endParaRPr b="0" i="0" sz="2600" u="none" cap="none" strike="noStrike">
              <a:solidFill>
                <a:srgbClr val="131416"/>
              </a:solidFill>
              <a:latin typeface="Impact"/>
              <a:ea typeface="Impact"/>
              <a:cs typeface="Impact"/>
              <a:sym typeface="Impact"/>
            </a:endParaRPr>
          </a:p>
        </p:txBody>
      </p:sp>
      <p:sp>
        <p:nvSpPr>
          <p:cNvPr id="330" name="Google Shape;330;p14"/>
          <p:cNvSpPr/>
          <p:nvPr/>
        </p:nvSpPr>
        <p:spPr>
          <a:xfrm>
            <a:off x="687450" y="1150350"/>
            <a:ext cx="7784100" cy="1079100"/>
          </a:xfrm>
          <a:prstGeom prst="rect">
            <a:avLst/>
          </a:prstGeom>
          <a:noFill/>
          <a:ln>
            <a:noFill/>
          </a:ln>
        </p:spPr>
        <p:txBody>
          <a:bodyPr anchorCtr="0" anchor="t" bIns="0" lIns="0" spcFirstLastPara="1" rIns="0" wrap="square" tIns="0">
            <a:noAutofit/>
          </a:bodyPr>
          <a:lstStyle/>
          <a:p>
            <a:pPr indent="0" lvl="0" marL="0" marR="0" rtl="0" algn="just">
              <a:lnSpc>
                <a:spcPct val="163157"/>
              </a:lnSpc>
              <a:spcBef>
                <a:spcPts val="0"/>
              </a:spcBef>
              <a:spcAft>
                <a:spcPts val="0"/>
              </a:spcAft>
              <a:buClr>
                <a:srgbClr val="BFBFBF"/>
              </a:buClr>
              <a:buSzPts val="1000"/>
              <a:buFont typeface="Open Sans"/>
              <a:buNone/>
            </a:pPr>
            <a:r>
              <a:rPr b="0" i="0" lang="es" sz="1100" u="none" cap="none" strike="noStrike">
                <a:solidFill>
                  <a:schemeClr val="dk1"/>
                </a:solidFill>
                <a:latin typeface="Montserrat"/>
                <a:ea typeface="Montserrat"/>
                <a:cs typeface="Montserrat"/>
                <a:sym typeface="Montserrat"/>
              </a:rPr>
              <a:t>Los autómatas de pila y los autómatas finitos son modelos de computación con diferencias clave. Los autómatas de pila utilizan una pila como estructura de datos adicional, mientras que los autómatas finitos no tienen memoria adicional. Esto permite a los autómatas de pila reconocer lenguajes libres de contexto, mientras que los autómatas finitos sólo reconocen lenguajes regulares.</a:t>
            </a:r>
            <a:endParaRPr b="0" i="0" sz="1100" u="none" cap="none" strike="noStrike">
              <a:solidFill>
                <a:schemeClr val="dk1"/>
              </a:solidFill>
              <a:latin typeface="Montserrat"/>
              <a:ea typeface="Montserrat"/>
              <a:cs typeface="Montserrat"/>
              <a:sym typeface="Montserrat"/>
            </a:endParaRPr>
          </a:p>
        </p:txBody>
      </p:sp>
      <p:sp>
        <p:nvSpPr>
          <p:cNvPr id="331" name="Google Shape;331;p14"/>
          <p:cNvSpPr/>
          <p:nvPr/>
        </p:nvSpPr>
        <p:spPr>
          <a:xfrm>
            <a:off x="1049931" y="2781745"/>
            <a:ext cx="1543200" cy="192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EFEFE"/>
              </a:buClr>
              <a:buSzPts val="1200"/>
              <a:buFont typeface="Instrument Sans Medium"/>
              <a:buNone/>
            </a:pPr>
            <a:r>
              <a:rPr b="1" i="0" lang="es" sz="1100" u="none" cap="none" strike="noStrike">
                <a:solidFill>
                  <a:schemeClr val="dk1"/>
                </a:solidFill>
                <a:latin typeface="Montserrat"/>
                <a:ea typeface="Montserrat"/>
                <a:cs typeface="Montserrat"/>
                <a:sym typeface="Montserrat"/>
              </a:rPr>
              <a:t>Autómatas Finitos</a:t>
            </a:r>
            <a:endParaRPr b="1" i="0" sz="1100" u="none" cap="none" strike="noStrike">
              <a:solidFill>
                <a:schemeClr val="dk1"/>
              </a:solidFill>
              <a:latin typeface="Montserrat"/>
              <a:ea typeface="Montserrat"/>
              <a:cs typeface="Montserrat"/>
              <a:sym typeface="Montserrat"/>
            </a:endParaRPr>
          </a:p>
        </p:txBody>
      </p:sp>
      <p:sp>
        <p:nvSpPr>
          <p:cNvPr id="332" name="Google Shape;332;p14"/>
          <p:cNvSpPr/>
          <p:nvPr/>
        </p:nvSpPr>
        <p:spPr>
          <a:xfrm>
            <a:off x="1049925" y="3058238"/>
            <a:ext cx="3075000" cy="1028400"/>
          </a:xfrm>
          <a:prstGeom prst="rect">
            <a:avLst/>
          </a:prstGeom>
          <a:noFill/>
          <a:ln>
            <a:noFill/>
          </a:ln>
        </p:spPr>
        <p:txBody>
          <a:bodyPr anchorCtr="0" anchor="t" bIns="0" lIns="0" spcFirstLastPara="1" rIns="0" wrap="square" tIns="0">
            <a:noAutofit/>
          </a:bodyPr>
          <a:lstStyle/>
          <a:p>
            <a:pPr indent="0" lvl="0" marL="0" marR="0" rtl="0" algn="l">
              <a:lnSpc>
                <a:spcPct val="163157"/>
              </a:lnSpc>
              <a:spcBef>
                <a:spcPts val="0"/>
              </a:spcBef>
              <a:spcAft>
                <a:spcPts val="0"/>
              </a:spcAft>
              <a:buClr>
                <a:srgbClr val="BFBFBF"/>
              </a:buClr>
              <a:buSzPts val="1000"/>
              <a:buFont typeface="Open Sans"/>
              <a:buNone/>
            </a:pPr>
            <a:r>
              <a:rPr b="0" i="0" lang="es" sz="1100" u="none" cap="none" strike="noStrike">
                <a:solidFill>
                  <a:schemeClr val="dk1"/>
                </a:solidFill>
                <a:latin typeface="Montserrat"/>
                <a:ea typeface="Montserrat"/>
                <a:cs typeface="Montserrat"/>
                <a:sym typeface="Montserrat"/>
              </a:rPr>
              <a:t>- Sin memoria adicional</a:t>
            </a:r>
            <a:br>
              <a:rPr b="0" i="0" lang="es" sz="1100" u="none" cap="none" strike="noStrike">
                <a:solidFill>
                  <a:schemeClr val="dk1"/>
                </a:solidFill>
                <a:latin typeface="Montserrat"/>
                <a:ea typeface="Montserrat"/>
                <a:cs typeface="Montserrat"/>
                <a:sym typeface="Montserrat"/>
              </a:rPr>
            </a:br>
            <a:r>
              <a:rPr b="0" i="0" lang="es" sz="1100" u="none" cap="none" strike="noStrike">
                <a:solidFill>
                  <a:schemeClr val="dk1"/>
                </a:solidFill>
                <a:latin typeface="Montserrat"/>
                <a:ea typeface="Montserrat"/>
                <a:cs typeface="Montserrat"/>
                <a:sym typeface="Montserrat"/>
              </a:rPr>
              <a:t>- Reconocen lenguajes regulares</a:t>
            </a:r>
            <a:br>
              <a:rPr b="0" i="0" lang="es" sz="1100" u="none" cap="none" strike="noStrike">
                <a:solidFill>
                  <a:schemeClr val="dk1"/>
                </a:solidFill>
                <a:latin typeface="Montserrat"/>
                <a:ea typeface="Montserrat"/>
                <a:cs typeface="Montserrat"/>
                <a:sym typeface="Montserrat"/>
              </a:rPr>
            </a:br>
            <a:r>
              <a:rPr b="0" i="0" lang="es" sz="1100" u="none" cap="none" strike="noStrike">
                <a:solidFill>
                  <a:schemeClr val="dk1"/>
                </a:solidFill>
                <a:latin typeface="Montserrat"/>
                <a:ea typeface="Montserrat"/>
                <a:cs typeface="Montserrat"/>
                <a:sym typeface="Montserrat"/>
              </a:rPr>
              <a:t>- Menor complejidad</a:t>
            </a:r>
            <a:br>
              <a:rPr b="0" i="0" lang="es" sz="1100" u="none" cap="none" strike="noStrike">
                <a:solidFill>
                  <a:schemeClr val="dk1"/>
                </a:solidFill>
                <a:latin typeface="Montserrat"/>
                <a:ea typeface="Montserrat"/>
                <a:cs typeface="Montserrat"/>
                <a:sym typeface="Montserrat"/>
              </a:rPr>
            </a:br>
            <a:r>
              <a:rPr b="0" i="0" lang="es" sz="1100" u="none" cap="none" strike="noStrike">
                <a:solidFill>
                  <a:schemeClr val="dk1"/>
                </a:solidFill>
                <a:latin typeface="Montserrat"/>
                <a:ea typeface="Montserrat"/>
                <a:cs typeface="Montserrat"/>
                <a:sym typeface="Montserrat"/>
              </a:rPr>
              <a:t>- Ejemplo: a</a:t>
            </a:r>
            <a:r>
              <a:rPr b="0" baseline="30000" i="0" lang="es" sz="1100" u="none" cap="none" strike="noStrike">
                <a:solidFill>
                  <a:schemeClr val="dk1"/>
                </a:solidFill>
                <a:latin typeface="Montserrat"/>
                <a:ea typeface="Montserrat"/>
                <a:cs typeface="Montserrat"/>
                <a:sym typeface="Montserrat"/>
              </a:rPr>
              <a:t>n</a:t>
            </a:r>
            <a:r>
              <a:rPr b="0" i="0" lang="es" sz="1100" u="none" cap="none" strike="noStrike">
                <a:solidFill>
                  <a:schemeClr val="dk1"/>
                </a:solidFill>
                <a:latin typeface="Montserrat"/>
                <a:ea typeface="Montserrat"/>
                <a:cs typeface="Montserrat"/>
                <a:sym typeface="Montserrat"/>
              </a:rPr>
              <a:t> b</a:t>
            </a:r>
            <a:r>
              <a:rPr b="0" baseline="30000" i="0" lang="es" sz="1100" u="none" cap="none" strike="noStrike">
                <a:solidFill>
                  <a:schemeClr val="dk1"/>
                </a:solidFill>
                <a:latin typeface="Montserrat"/>
                <a:ea typeface="Montserrat"/>
                <a:cs typeface="Montserrat"/>
                <a:sym typeface="Montserrat"/>
              </a:rPr>
              <a:t>n</a:t>
            </a:r>
            <a:r>
              <a:rPr b="0" i="0" lang="es" sz="1100" u="none" cap="none" strike="noStrike">
                <a:solidFill>
                  <a:schemeClr val="dk1"/>
                </a:solidFill>
                <a:latin typeface="Montserrat"/>
                <a:ea typeface="Montserrat"/>
                <a:cs typeface="Montserrat"/>
                <a:sym typeface="Montserrat"/>
              </a:rPr>
              <a:t> (donde n ≥ 0)</a:t>
            </a:r>
            <a:endParaRPr b="0" i="0" sz="1100" u="none" cap="none" strike="noStrike">
              <a:solidFill>
                <a:schemeClr val="dk1"/>
              </a:solidFill>
              <a:latin typeface="Montserrat"/>
              <a:ea typeface="Montserrat"/>
              <a:cs typeface="Montserrat"/>
              <a:sym typeface="Montserrat"/>
            </a:endParaRPr>
          </a:p>
        </p:txBody>
      </p:sp>
      <p:sp>
        <p:nvSpPr>
          <p:cNvPr id="333" name="Google Shape;333;p14"/>
          <p:cNvSpPr/>
          <p:nvPr/>
        </p:nvSpPr>
        <p:spPr>
          <a:xfrm>
            <a:off x="4796127" y="2718045"/>
            <a:ext cx="1543200" cy="192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EFEFE"/>
              </a:buClr>
              <a:buSzPts val="1200"/>
              <a:buFont typeface="Instrument Sans Medium"/>
              <a:buNone/>
            </a:pPr>
            <a:r>
              <a:rPr b="1" i="0" lang="es" sz="1100" u="none" cap="none" strike="noStrike">
                <a:solidFill>
                  <a:schemeClr val="dk1"/>
                </a:solidFill>
                <a:latin typeface="Montserrat"/>
                <a:ea typeface="Montserrat"/>
                <a:cs typeface="Montserrat"/>
                <a:sym typeface="Montserrat"/>
              </a:rPr>
              <a:t>Autómatas de Pila</a:t>
            </a:r>
            <a:endParaRPr b="1" i="0" sz="1100" u="none" cap="none" strike="noStrike">
              <a:solidFill>
                <a:schemeClr val="dk1"/>
              </a:solidFill>
              <a:latin typeface="Montserrat"/>
              <a:ea typeface="Montserrat"/>
              <a:cs typeface="Montserrat"/>
              <a:sym typeface="Montserrat"/>
            </a:endParaRPr>
          </a:p>
        </p:txBody>
      </p:sp>
      <p:sp>
        <p:nvSpPr>
          <p:cNvPr id="334" name="Google Shape;334;p14"/>
          <p:cNvSpPr/>
          <p:nvPr/>
        </p:nvSpPr>
        <p:spPr>
          <a:xfrm>
            <a:off x="4796125" y="3022438"/>
            <a:ext cx="3075000" cy="997200"/>
          </a:xfrm>
          <a:prstGeom prst="rect">
            <a:avLst/>
          </a:prstGeom>
          <a:noFill/>
          <a:ln>
            <a:noFill/>
          </a:ln>
        </p:spPr>
        <p:txBody>
          <a:bodyPr anchorCtr="0" anchor="t" bIns="0" lIns="0" spcFirstLastPara="1" rIns="0" wrap="square" tIns="0">
            <a:noAutofit/>
          </a:bodyPr>
          <a:lstStyle/>
          <a:p>
            <a:pPr indent="0" lvl="0" marL="0" marR="0" rtl="0" algn="l">
              <a:lnSpc>
                <a:spcPct val="163157"/>
              </a:lnSpc>
              <a:spcBef>
                <a:spcPts val="0"/>
              </a:spcBef>
              <a:spcAft>
                <a:spcPts val="0"/>
              </a:spcAft>
              <a:buClr>
                <a:srgbClr val="BFBFBF"/>
              </a:buClr>
              <a:buSzPts val="1000"/>
              <a:buFont typeface="Open Sans"/>
              <a:buNone/>
            </a:pPr>
            <a:r>
              <a:rPr b="0" i="0" lang="es" sz="1100" u="none" cap="none" strike="noStrike">
                <a:solidFill>
                  <a:schemeClr val="dk1"/>
                </a:solidFill>
                <a:latin typeface="Montserrat"/>
                <a:ea typeface="Montserrat"/>
                <a:cs typeface="Montserrat"/>
                <a:sym typeface="Montserrat"/>
              </a:rPr>
              <a:t>- Utilizan una pila (LIFO)</a:t>
            </a:r>
            <a:br>
              <a:rPr b="0" i="0" lang="es" sz="1100" u="none" cap="none" strike="noStrike">
                <a:solidFill>
                  <a:schemeClr val="dk1"/>
                </a:solidFill>
                <a:latin typeface="Montserrat"/>
                <a:ea typeface="Montserrat"/>
                <a:cs typeface="Montserrat"/>
                <a:sym typeface="Montserrat"/>
              </a:rPr>
            </a:br>
            <a:r>
              <a:rPr b="0" i="0" lang="es" sz="1100" u="none" cap="none" strike="noStrike">
                <a:solidFill>
                  <a:schemeClr val="dk1"/>
                </a:solidFill>
                <a:latin typeface="Montserrat"/>
                <a:ea typeface="Montserrat"/>
                <a:cs typeface="Montserrat"/>
                <a:sym typeface="Montserrat"/>
              </a:rPr>
              <a:t>- Reconocen lenguajes libres de contexto</a:t>
            </a:r>
            <a:br>
              <a:rPr b="0" i="0" lang="es" sz="1100" u="none" cap="none" strike="noStrike">
                <a:solidFill>
                  <a:schemeClr val="dk1"/>
                </a:solidFill>
                <a:latin typeface="Montserrat"/>
                <a:ea typeface="Montserrat"/>
                <a:cs typeface="Montserrat"/>
                <a:sym typeface="Montserrat"/>
              </a:rPr>
            </a:br>
            <a:r>
              <a:rPr b="0" i="0" lang="es" sz="1100" u="none" cap="none" strike="noStrike">
                <a:solidFill>
                  <a:schemeClr val="dk1"/>
                </a:solidFill>
                <a:latin typeface="Montserrat"/>
                <a:ea typeface="Montserrat"/>
                <a:cs typeface="Montserrat"/>
                <a:sym typeface="Montserrat"/>
              </a:rPr>
              <a:t>- Mayor complejidad</a:t>
            </a:r>
            <a:br>
              <a:rPr b="0" i="0" lang="es" sz="1100" u="none" cap="none" strike="noStrike">
                <a:solidFill>
                  <a:schemeClr val="dk1"/>
                </a:solidFill>
                <a:latin typeface="Montserrat"/>
                <a:ea typeface="Montserrat"/>
                <a:cs typeface="Montserrat"/>
                <a:sym typeface="Montserrat"/>
              </a:rPr>
            </a:br>
            <a:r>
              <a:rPr b="0" i="0" lang="es" sz="1100" u="none" cap="none" strike="noStrike">
                <a:solidFill>
                  <a:schemeClr val="dk1"/>
                </a:solidFill>
                <a:latin typeface="Montserrat"/>
                <a:ea typeface="Montserrat"/>
                <a:cs typeface="Montserrat"/>
                <a:sym typeface="Montserrat"/>
              </a:rPr>
              <a:t>- Ejemplo: a</a:t>
            </a:r>
            <a:r>
              <a:rPr b="0" baseline="30000" i="0" lang="es" sz="1100" u="none" cap="none" strike="noStrike">
                <a:solidFill>
                  <a:schemeClr val="dk1"/>
                </a:solidFill>
                <a:latin typeface="Montserrat"/>
                <a:ea typeface="Montserrat"/>
                <a:cs typeface="Montserrat"/>
                <a:sym typeface="Montserrat"/>
              </a:rPr>
              <a:t>n</a:t>
            </a:r>
            <a:r>
              <a:rPr b="0" i="0" lang="es" sz="1100" u="none" cap="none" strike="noStrike">
                <a:solidFill>
                  <a:schemeClr val="dk1"/>
                </a:solidFill>
                <a:latin typeface="Montserrat"/>
                <a:ea typeface="Montserrat"/>
                <a:cs typeface="Montserrat"/>
                <a:sym typeface="Montserrat"/>
              </a:rPr>
              <a:t> b</a:t>
            </a:r>
            <a:r>
              <a:rPr b="0" baseline="30000" i="0" lang="es" sz="1100" u="none" cap="none" strike="noStrike">
                <a:solidFill>
                  <a:schemeClr val="dk1"/>
                </a:solidFill>
                <a:latin typeface="Montserrat"/>
                <a:ea typeface="Montserrat"/>
                <a:cs typeface="Montserrat"/>
                <a:sym typeface="Montserrat"/>
              </a:rPr>
              <a:t>n</a:t>
            </a:r>
            <a:r>
              <a:rPr b="0" i="0" lang="es" sz="1100" u="none" cap="none" strike="noStrike">
                <a:solidFill>
                  <a:schemeClr val="dk1"/>
                </a:solidFill>
                <a:latin typeface="Montserrat"/>
                <a:ea typeface="Montserrat"/>
                <a:cs typeface="Montserrat"/>
                <a:sym typeface="Montserrat"/>
              </a:rPr>
              <a:t> c</a:t>
            </a:r>
            <a:r>
              <a:rPr b="0" baseline="30000" i="0" lang="es" sz="1100" u="none" cap="none" strike="noStrike">
                <a:solidFill>
                  <a:schemeClr val="dk1"/>
                </a:solidFill>
                <a:latin typeface="Montserrat"/>
                <a:ea typeface="Montserrat"/>
                <a:cs typeface="Montserrat"/>
                <a:sym typeface="Montserrat"/>
              </a:rPr>
              <a:t>n</a:t>
            </a:r>
            <a:endParaRPr b="0" baseline="30000" i="0" sz="1100" u="none" cap="none" strike="noStrike">
              <a:solidFill>
                <a:schemeClr val="dk1"/>
              </a:solidFill>
              <a:latin typeface="Montserrat"/>
              <a:ea typeface="Montserrat"/>
              <a:cs typeface="Montserrat"/>
              <a:sym typeface="Montserrat"/>
            </a:endParaRPr>
          </a:p>
        </p:txBody>
      </p:sp>
      <p:sp>
        <p:nvSpPr>
          <p:cNvPr id="335" name="Google Shape;335;p14"/>
          <p:cNvSpPr/>
          <p:nvPr/>
        </p:nvSpPr>
        <p:spPr>
          <a:xfrm>
            <a:off x="6270654" y="0"/>
            <a:ext cx="2873346" cy="85589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15"/>
          <p:cNvSpPr txBox="1"/>
          <p:nvPr/>
        </p:nvSpPr>
        <p:spPr>
          <a:xfrm>
            <a:off x="687445" y="327182"/>
            <a:ext cx="6995700" cy="461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3000"/>
              <a:buFont typeface="Arial"/>
              <a:buNone/>
            </a:pPr>
            <a:r>
              <a:rPr b="0" i="0" lang="es" sz="3000" u="none" cap="none" strike="noStrike">
                <a:solidFill>
                  <a:srgbClr val="131416"/>
                </a:solidFill>
                <a:latin typeface="Impact"/>
                <a:ea typeface="Impact"/>
                <a:cs typeface="Impact"/>
                <a:sym typeface="Impact"/>
              </a:rPr>
              <a:t>Caso de Estudio: Paréntesis Balanceados</a:t>
            </a:r>
            <a:endParaRPr b="0" i="0" sz="3000" u="none" cap="none" strike="noStrike">
              <a:solidFill>
                <a:srgbClr val="131416"/>
              </a:solidFill>
              <a:latin typeface="Impact"/>
              <a:ea typeface="Impact"/>
              <a:cs typeface="Impact"/>
              <a:sym typeface="Impact"/>
            </a:endParaRPr>
          </a:p>
        </p:txBody>
      </p:sp>
      <p:sp>
        <p:nvSpPr>
          <p:cNvPr id="341" name="Google Shape;341;p15"/>
          <p:cNvSpPr/>
          <p:nvPr/>
        </p:nvSpPr>
        <p:spPr>
          <a:xfrm>
            <a:off x="687450" y="927908"/>
            <a:ext cx="5148000" cy="1213200"/>
          </a:xfrm>
          <a:prstGeom prst="rect">
            <a:avLst/>
          </a:prstGeom>
          <a:noFill/>
          <a:ln>
            <a:noFill/>
          </a:ln>
        </p:spPr>
        <p:txBody>
          <a:bodyPr anchorCtr="0" anchor="t" bIns="0" lIns="0" spcFirstLastPara="1" rIns="0" wrap="square" tIns="0">
            <a:noAutofit/>
          </a:bodyPr>
          <a:lstStyle/>
          <a:p>
            <a:pPr indent="0" lvl="0" marL="0" marR="0" rtl="0" algn="just">
              <a:lnSpc>
                <a:spcPct val="161538"/>
              </a:lnSpc>
              <a:spcBef>
                <a:spcPts val="0"/>
              </a:spcBef>
              <a:spcAft>
                <a:spcPts val="0"/>
              </a:spcAft>
              <a:buClr>
                <a:srgbClr val="BFBFBF"/>
              </a:buClr>
              <a:buSzPts val="700"/>
              <a:buFont typeface="Open Sans"/>
              <a:buNone/>
            </a:pPr>
            <a:r>
              <a:rPr b="0" i="0" lang="es" sz="1000" u="none" cap="none" strike="noStrike">
                <a:solidFill>
                  <a:schemeClr val="dk1"/>
                </a:solidFill>
                <a:latin typeface="Montserrat"/>
                <a:ea typeface="Montserrat"/>
                <a:cs typeface="Montserrat"/>
                <a:sym typeface="Montserrat"/>
              </a:rPr>
              <a:t>Otro caso interesante es el reconocimiento de expresiones con paréntesis balanceados, como (a(b(c)d)e). El autómata empuja un símbolo (por ejemplo, #) en la pila al leer un paréntesis abierto. Cada vez que lee un paréntesis cerrado, desapila un símbolo de la pila. Si al final de la entrada la pila está vacía, acepta la cadena como balanceada.</a:t>
            </a:r>
            <a:endParaRPr b="0" i="0" sz="1000" u="none" cap="none" strike="noStrike">
              <a:solidFill>
                <a:schemeClr val="dk1"/>
              </a:solidFill>
              <a:latin typeface="Montserrat"/>
              <a:ea typeface="Montserrat"/>
              <a:cs typeface="Montserrat"/>
              <a:sym typeface="Montserrat"/>
            </a:endParaRPr>
          </a:p>
        </p:txBody>
      </p:sp>
      <p:sp>
        <p:nvSpPr>
          <p:cNvPr id="342" name="Google Shape;342;p15"/>
          <p:cNvSpPr/>
          <p:nvPr/>
        </p:nvSpPr>
        <p:spPr>
          <a:xfrm>
            <a:off x="898989" y="2480747"/>
            <a:ext cx="297300" cy="11400"/>
          </a:xfrm>
          <a:prstGeom prst="roundRect">
            <a:avLst>
              <a:gd fmla="val 111502" name="adj"/>
            </a:avLst>
          </a:prstGeom>
          <a:solidFill>
            <a:srgbClr val="575757"/>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Open Sans"/>
              <a:ea typeface="Open Sans"/>
              <a:cs typeface="Open Sans"/>
              <a:sym typeface="Open Sans"/>
            </a:endParaRPr>
          </a:p>
        </p:txBody>
      </p:sp>
      <p:sp>
        <p:nvSpPr>
          <p:cNvPr id="343" name="Google Shape;343;p15"/>
          <p:cNvSpPr/>
          <p:nvPr/>
        </p:nvSpPr>
        <p:spPr>
          <a:xfrm>
            <a:off x="790047" y="2422764"/>
            <a:ext cx="49500" cy="1275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BFBFBF"/>
              </a:buClr>
              <a:buSzPts val="1000"/>
              <a:buFont typeface="Instrument Sans Medium"/>
              <a:buNone/>
            </a:pPr>
            <a:r>
              <a:rPr b="0" i="0" lang="es" sz="1000" u="none" cap="none" strike="noStrike">
                <a:solidFill>
                  <a:schemeClr val="dk1"/>
                </a:solidFill>
                <a:latin typeface="Open Sans"/>
                <a:ea typeface="Open Sans"/>
                <a:cs typeface="Open Sans"/>
                <a:sym typeface="Open Sans"/>
              </a:rPr>
              <a:t>1</a:t>
            </a:r>
            <a:endParaRPr b="0" i="0" sz="1000" u="none" cap="none" strike="noStrike">
              <a:solidFill>
                <a:schemeClr val="dk1"/>
              </a:solidFill>
              <a:latin typeface="Open Sans"/>
              <a:ea typeface="Open Sans"/>
              <a:cs typeface="Open Sans"/>
              <a:sym typeface="Open Sans"/>
            </a:endParaRPr>
          </a:p>
        </p:txBody>
      </p:sp>
      <p:sp>
        <p:nvSpPr>
          <p:cNvPr id="344" name="Google Shape;344;p15"/>
          <p:cNvSpPr/>
          <p:nvPr/>
        </p:nvSpPr>
        <p:spPr>
          <a:xfrm>
            <a:off x="1282103" y="2380318"/>
            <a:ext cx="1062000" cy="132900"/>
          </a:xfrm>
          <a:prstGeom prst="rect">
            <a:avLst/>
          </a:prstGeom>
          <a:noFill/>
          <a:ln>
            <a:noFill/>
          </a:ln>
        </p:spPr>
        <p:txBody>
          <a:bodyPr anchorCtr="0" anchor="t" bIns="0" lIns="0" spcFirstLastPara="1" rIns="0" wrap="square" tIns="0">
            <a:noAutofit/>
          </a:bodyPr>
          <a:lstStyle/>
          <a:p>
            <a:pPr indent="0" lvl="0" marL="0" marR="0" rtl="0" algn="l">
              <a:lnSpc>
                <a:spcPct val="124242"/>
              </a:lnSpc>
              <a:spcBef>
                <a:spcPts val="0"/>
              </a:spcBef>
              <a:spcAft>
                <a:spcPts val="0"/>
              </a:spcAft>
              <a:buClr>
                <a:srgbClr val="BFBFBF"/>
              </a:buClr>
              <a:buSzPts val="800"/>
              <a:buFont typeface="Instrument Sans Medium"/>
              <a:buNone/>
            </a:pPr>
            <a:r>
              <a:rPr b="0" i="0" lang="es" sz="1000" u="none" cap="none" strike="noStrike">
                <a:solidFill>
                  <a:schemeClr val="dk1"/>
                </a:solidFill>
                <a:latin typeface="Montserrat"/>
                <a:ea typeface="Montserrat"/>
                <a:cs typeface="Montserrat"/>
                <a:sym typeface="Montserrat"/>
              </a:rPr>
              <a:t>Leer '('</a:t>
            </a:r>
            <a:endParaRPr b="0" i="0" sz="1000" u="none" cap="none" strike="noStrike">
              <a:solidFill>
                <a:schemeClr val="dk1"/>
              </a:solidFill>
              <a:latin typeface="Montserrat"/>
              <a:ea typeface="Montserrat"/>
              <a:cs typeface="Montserrat"/>
              <a:sym typeface="Montserrat"/>
            </a:endParaRPr>
          </a:p>
        </p:txBody>
      </p:sp>
      <p:sp>
        <p:nvSpPr>
          <p:cNvPr id="345" name="Google Shape;345;p15"/>
          <p:cNvSpPr/>
          <p:nvPr/>
        </p:nvSpPr>
        <p:spPr>
          <a:xfrm>
            <a:off x="1282103" y="2564032"/>
            <a:ext cx="3382500" cy="135900"/>
          </a:xfrm>
          <a:prstGeom prst="rect">
            <a:avLst/>
          </a:prstGeom>
          <a:noFill/>
          <a:ln>
            <a:noFill/>
          </a:ln>
        </p:spPr>
        <p:txBody>
          <a:bodyPr anchorCtr="0" anchor="t" bIns="0" lIns="0" spcFirstLastPara="1" rIns="0" wrap="square" tIns="0">
            <a:noAutofit/>
          </a:bodyPr>
          <a:lstStyle/>
          <a:p>
            <a:pPr indent="0" lvl="0" marL="0" marR="0" rtl="0" algn="l">
              <a:lnSpc>
                <a:spcPct val="161538"/>
              </a:lnSpc>
              <a:spcBef>
                <a:spcPts val="0"/>
              </a:spcBef>
              <a:spcAft>
                <a:spcPts val="0"/>
              </a:spcAft>
              <a:buClr>
                <a:srgbClr val="BFBFBF"/>
              </a:buClr>
              <a:buSzPts val="700"/>
              <a:buFont typeface="Open Sans"/>
              <a:buNone/>
            </a:pPr>
            <a:r>
              <a:rPr b="0" i="0" lang="es" sz="1000" u="none" cap="none" strike="noStrike">
                <a:solidFill>
                  <a:schemeClr val="dk1"/>
                </a:solidFill>
                <a:latin typeface="Montserrat"/>
                <a:ea typeface="Montserrat"/>
                <a:cs typeface="Montserrat"/>
                <a:sym typeface="Montserrat"/>
              </a:rPr>
              <a:t>Empuja '#' en la pila</a:t>
            </a:r>
            <a:endParaRPr b="0" i="0" sz="1000" u="none" cap="none" strike="noStrike">
              <a:solidFill>
                <a:schemeClr val="dk1"/>
              </a:solidFill>
              <a:latin typeface="Montserrat"/>
              <a:ea typeface="Montserrat"/>
              <a:cs typeface="Montserrat"/>
              <a:sym typeface="Montserrat"/>
            </a:endParaRPr>
          </a:p>
        </p:txBody>
      </p:sp>
      <p:sp>
        <p:nvSpPr>
          <p:cNvPr id="346" name="Google Shape;346;p15"/>
          <p:cNvSpPr/>
          <p:nvPr/>
        </p:nvSpPr>
        <p:spPr>
          <a:xfrm>
            <a:off x="898989" y="3055224"/>
            <a:ext cx="297300" cy="11400"/>
          </a:xfrm>
          <a:prstGeom prst="roundRect">
            <a:avLst>
              <a:gd fmla="val 111502" name="adj"/>
            </a:avLst>
          </a:prstGeom>
          <a:solidFill>
            <a:srgbClr val="575757"/>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Open Sans"/>
              <a:ea typeface="Open Sans"/>
              <a:cs typeface="Open Sans"/>
              <a:sym typeface="Open Sans"/>
            </a:endParaRPr>
          </a:p>
        </p:txBody>
      </p:sp>
      <p:sp>
        <p:nvSpPr>
          <p:cNvPr id="347" name="Google Shape;347;p15"/>
          <p:cNvSpPr/>
          <p:nvPr/>
        </p:nvSpPr>
        <p:spPr>
          <a:xfrm>
            <a:off x="779689" y="2997240"/>
            <a:ext cx="70200" cy="1275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BFBFBF"/>
              </a:buClr>
              <a:buSzPts val="1000"/>
              <a:buFont typeface="Instrument Sans Medium"/>
              <a:buNone/>
            </a:pPr>
            <a:r>
              <a:rPr b="0" i="0" lang="es" sz="1000" u="none" cap="none" strike="noStrike">
                <a:solidFill>
                  <a:schemeClr val="dk1"/>
                </a:solidFill>
                <a:latin typeface="Open Sans"/>
                <a:ea typeface="Open Sans"/>
                <a:cs typeface="Open Sans"/>
                <a:sym typeface="Open Sans"/>
              </a:rPr>
              <a:t>2</a:t>
            </a:r>
            <a:endParaRPr b="0" i="0" sz="1000" u="none" cap="none" strike="noStrike">
              <a:solidFill>
                <a:schemeClr val="dk1"/>
              </a:solidFill>
              <a:latin typeface="Open Sans"/>
              <a:ea typeface="Open Sans"/>
              <a:cs typeface="Open Sans"/>
              <a:sym typeface="Open Sans"/>
            </a:endParaRPr>
          </a:p>
        </p:txBody>
      </p:sp>
      <p:sp>
        <p:nvSpPr>
          <p:cNvPr id="348" name="Google Shape;348;p15"/>
          <p:cNvSpPr/>
          <p:nvPr/>
        </p:nvSpPr>
        <p:spPr>
          <a:xfrm>
            <a:off x="1282103" y="2954795"/>
            <a:ext cx="1062000" cy="132900"/>
          </a:xfrm>
          <a:prstGeom prst="rect">
            <a:avLst/>
          </a:prstGeom>
          <a:noFill/>
          <a:ln>
            <a:noFill/>
          </a:ln>
        </p:spPr>
        <p:txBody>
          <a:bodyPr anchorCtr="0" anchor="t" bIns="0" lIns="0" spcFirstLastPara="1" rIns="0" wrap="square" tIns="0">
            <a:noAutofit/>
          </a:bodyPr>
          <a:lstStyle/>
          <a:p>
            <a:pPr indent="0" lvl="0" marL="0" marR="0" rtl="0" algn="l">
              <a:lnSpc>
                <a:spcPct val="124242"/>
              </a:lnSpc>
              <a:spcBef>
                <a:spcPts val="0"/>
              </a:spcBef>
              <a:spcAft>
                <a:spcPts val="0"/>
              </a:spcAft>
              <a:buClr>
                <a:srgbClr val="BFBFBF"/>
              </a:buClr>
              <a:buSzPts val="800"/>
              <a:buFont typeface="Instrument Sans Medium"/>
              <a:buNone/>
            </a:pPr>
            <a:r>
              <a:rPr b="0" i="0" lang="es" sz="1000" u="none" cap="none" strike="noStrike">
                <a:solidFill>
                  <a:schemeClr val="dk1"/>
                </a:solidFill>
                <a:latin typeface="Open Sans"/>
                <a:ea typeface="Open Sans"/>
                <a:cs typeface="Open Sans"/>
                <a:sym typeface="Open Sans"/>
              </a:rPr>
              <a:t>Leer ')'</a:t>
            </a:r>
            <a:endParaRPr b="0" i="0" sz="1000" u="none" cap="none" strike="noStrike">
              <a:solidFill>
                <a:schemeClr val="dk1"/>
              </a:solidFill>
              <a:latin typeface="Open Sans"/>
              <a:ea typeface="Open Sans"/>
              <a:cs typeface="Open Sans"/>
              <a:sym typeface="Open Sans"/>
            </a:endParaRPr>
          </a:p>
        </p:txBody>
      </p:sp>
      <p:sp>
        <p:nvSpPr>
          <p:cNvPr id="349" name="Google Shape;349;p15"/>
          <p:cNvSpPr/>
          <p:nvPr/>
        </p:nvSpPr>
        <p:spPr>
          <a:xfrm>
            <a:off x="1282103" y="3138508"/>
            <a:ext cx="3382500" cy="135900"/>
          </a:xfrm>
          <a:prstGeom prst="rect">
            <a:avLst/>
          </a:prstGeom>
          <a:noFill/>
          <a:ln>
            <a:noFill/>
          </a:ln>
        </p:spPr>
        <p:txBody>
          <a:bodyPr anchorCtr="0" anchor="t" bIns="0" lIns="0" spcFirstLastPara="1" rIns="0" wrap="square" tIns="0">
            <a:noAutofit/>
          </a:bodyPr>
          <a:lstStyle/>
          <a:p>
            <a:pPr indent="0" lvl="0" marL="0" marR="0" rtl="0" algn="l">
              <a:lnSpc>
                <a:spcPct val="161538"/>
              </a:lnSpc>
              <a:spcBef>
                <a:spcPts val="0"/>
              </a:spcBef>
              <a:spcAft>
                <a:spcPts val="0"/>
              </a:spcAft>
              <a:buClr>
                <a:srgbClr val="BFBFBF"/>
              </a:buClr>
              <a:buSzPts val="700"/>
              <a:buFont typeface="Open Sans"/>
              <a:buNone/>
            </a:pPr>
            <a:r>
              <a:rPr b="0" i="0" lang="es" sz="1000" u="none" cap="none" strike="noStrike">
                <a:solidFill>
                  <a:schemeClr val="dk1"/>
                </a:solidFill>
                <a:latin typeface="Montserrat"/>
                <a:ea typeface="Montserrat"/>
                <a:cs typeface="Montserrat"/>
                <a:sym typeface="Montserrat"/>
              </a:rPr>
              <a:t>Desapila un símbolo</a:t>
            </a:r>
            <a:endParaRPr b="0" i="0" sz="1000" u="none" cap="none" strike="noStrike">
              <a:solidFill>
                <a:schemeClr val="dk1"/>
              </a:solidFill>
              <a:latin typeface="Montserrat"/>
              <a:ea typeface="Montserrat"/>
              <a:cs typeface="Montserrat"/>
              <a:sym typeface="Montserrat"/>
            </a:endParaRPr>
          </a:p>
        </p:txBody>
      </p:sp>
      <p:sp>
        <p:nvSpPr>
          <p:cNvPr id="350" name="Google Shape;350;p15"/>
          <p:cNvSpPr/>
          <p:nvPr/>
        </p:nvSpPr>
        <p:spPr>
          <a:xfrm>
            <a:off x="898989" y="3629700"/>
            <a:ext cx="297300" cy="11400"/>
          </a:xfrm>
          <a:prstGeom prst="roundRect">
            <a:avLst>
              <a:gd fmla="val 111502" name="adj"/>
            </a:avLst>
          </a:prstGeom>
          <a:solidFill>
            <a:srgbClr val="575757"/>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Open Sans"/>
              <a:ea typeface="Open Sans"/>
              <a:cs typeface="Open Sans"/>
              <a:sym typeface="Open Sans"/>
            </a:endParaRPr>
          </a:p>
        </p:txBody>
      </p:sp>
      <p:sp>
        <p:nvSpPr>
          <p:cNvPr id="351" name="Google Shape;351;p15"/>
          <p:cNvSpPr/>
          <p:nvPr/>
        </p:nvSpPr>
        <p:spPr>
          <a:xfrm>
            <a:off x="778081" y="3571717"/>
            <a:ext cx="73500" cy="1275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BFBFBF"/>
              </a:buClr>
              <a:buSzPts val="1000"/>
              <a:buFont typeface="Instrument Sans Medium"/>
              <a:buNone/>
            </a:pPr>
            <a:r>
              <a:rPr b="0" i="0" lang="es" sz="1000" u="none" cap="none" strike="noStrike">
                <a:solidFill>
                  <a:schemeClr val="dk1"/>
                </a:solidFill>
                <a:latin typeface="Open Sans"/>
                <a:ea typeface="Open Sans"/>
                <a:cs typeface="Open Sans"/>
                <a:sym typeface="Open Sans"/>
              </a:rPr>
              <a:t>3</a:t>
            </a:r>
            <a:endParaRPr b="0" i="0" sz="1000" u="none" cap="none" strike="noStrike">
              <a:solidFill>
                <a:schemeClr val="dk1"/>
              </a:solidFill>
              <a:latin typeface="Open Sans"/>
              <a:ea typeface="Open Sans"/>
              <a:cs typeface="Open Sans"/>
              <a:sym typeface="Open Sans"/>
            </a:endParaRPr>
          </a:p>
        </p:txBody>
      </p:sp>
      <p:sp>
        <p:nvSpPr>
          <p:cNvPr id="352" name="Google Shape;352;p15"/>
          <p:cNvSpPr/>
          <p:nvPr/>
        </p:nvSpPr>
        <p:spPr>
          <a:xfrm>
            <a:off x="1282103" y="3529271"/>
            <a:ext cx="1062000" cy="132900"/>
          </a:xfrm>
          <a:prstGeom prst="rect">
            <a:avLst/>
          </a:prstGeom>
          <a:noFill/>
          <a:ln>
            <a:noFill/>
          </a:ln>
        </p:spPr>
        <p:txBody>
          <a:bodyPr anchorCtr="0" anchor="t" bIns="0" lIns="0" spcFirstLastPara="1" rIns="0" wrap="square" tIns="0">
            <a:noAutofit/>
          </a:bodyPr>
          <a:lstStyle/>
          <a:p>
            <a:pPr indent="0" lvl="0" marL="0" marR="0" rtl="0" algn="l">
              <a:lnSpc>
                <a:spcPct val="124242"/>
              </a:lnSpc>
              <a:spcBef>
                <a:spcPts val="0"/>
              </a:spcBef>
              <a:spcAft>
                <a:spcPts val="0"/>
              </a:spcAft>
              <a:buClr>
                <a:srgbClr val="BFBFBF"/>
              </a:buClr>
              <a:buSzPts val="800"/>
              <a:buFont typeface="Instrument Sans Medium"/>
              <a:buNone/>
            </a:pPr>
            <a:r>
              <a:rPr b="0" i="0" lang="es" sz="1000" u="none" cap="none" strike="noStrike">
                <a:solidFill>
                  <a:schemeClr val="dk1"/>
                </a:solidFill>
                <a:latin typeface="Montserrat"/>
                <a:ea typeface="Montserrat"/>
                <a:cs typeface="Montserrat"/>
                <a:sym typeface="Montserrat"/>
              </a:rPr>
              <a:t>Procesar</a:t>
            </a:r>
            <a:endParaRPr b="0" i="0" sz="1000" u="none" cap="none" strike="noStrike">
              <a:solidFill>
                <a:schemeClr val="dk1"/>
              </a:solidFill>
              <a:latin typeface="Montserrat"/>
              <a:ea typeface="Montserrat"/>
              <a:cs typeface="Montserrat"/>
              <a:sym typeface="Montserrat"/>
            </a:endParaRPr>
          </a:p>
        </p:txBody>
      </p:sp>
      <p:sp>
        <p:nvSpPr>
          <p:cNvPr id="353" name="Google Shape;353;p15"/>
          <p:cNvSpPr/>
          <p:nvPr/>
        </p:nvSpPr>
        <p:spPr>
          <a:xfrm>
            <a:off x="1282103" y="3712985"/>
            <a:ext cx="3382500" cy="135900"/>
          </a:xfrm>
          <a:prstGeom prst="rect">
            <a:avLst/>
          </a:prstGeom>
          <a:noFill/>
          <a:ln>
            <a:noFill/>
          </a:ln>
        </p:spPr>
        <p:txBody>
          <a:bodyPr anchorCtr="0" anchor="t" bIns="0" lIns="0" spcFirstLastPara="1" rIns="0" wrap="square" tIns="0">
            <a:noAutofit/>
          </a:bodyPr>
          <a:lstStyle/>
          <a:p>
            <a:pPr indent="0" lvl="0" marL="0" marR="0" rtl="0" algn="l">
              <a:lnSpc>
                <a:spcPct val="161538"/>
              </a:lnSpc>
              <a:spcBef>
                <a:spcPts val="0"/>
              </a:spcBef>
              <a:spcAft>
                <a:spcPts val="0"/>
              </a:spcAft>
              <a:buClr>
                <a:srgbClr val="BFBFBF"/>
              </a:buClr>
              <a:buSzPts val="700"/>
              <a:buFont typeface="Open Sans"/>
              <a:buNone/>
            </a:pPr>
            <a:r>
              <a:rPr b="0" i="0" lang="es" sz="1000" u="none" cap="none" strike="noStrike">
                <a:solidFill>
                  <a:schemeClr val="dk1"/>
                </a:solidFill>
                <a:latin typeface="Open Sans"/>
                <a:ea typeface="Open Sans"/>
                <a:cs typeface="Open Sans"/>
                <a:sym typeface="Open Sans"/>
              </a:rPr>
              <a:t>Continúa leyendo la entrada</a:t>
            </a:r>
            <a:endParaRPr b="0" i="0" sz="1000" u="none" cap="none" strike="noStrike">
              <a:solidFill>
                <a:schemeClr val="dk1"/>
              </a:solidFill>
              <a:latin typeface="Arial"/>
              <a:ea typeface="Arial"/>
              <a:cs typeface="Arial"/>
              <a:sym typeface="Arial"/>
            </a:endParaRPr>
          </a:p>
        </p:txBody>
      </p:sp>
      <p:sp>
        <p:nvSpPr>
          <p:cNvPr id="354" name="Google Shape;354;p15"/>
          <p:cNvSpPr/>
          <p:nvPr/>
        </p:nvSpPr>
        <p:spPr>
          <a:xfrm>
            <a:off x="898989" y="4204177"/>
            <a:ext cx="297300" cy="11400"/>
          </a:xfrm>
          <a:prstGeom prst="roundRect">
            <a:avLst>
              <a:gd fmla="val 111502" name="adj"/>
            </a:avLst>
          </a:prstGeom>
          <a:solidFill>
            <a:srgbClr val="575757"/>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Open Sans"/>
              <a:ea typeface="Open Sans"/>
              <a:cs typeface="Open Sans"/>
              <a:sym typeface="Open Sans"/>
            </a:endParaRPr>
          </a:p>
        </p:txBody>
      </p:sp>
      <p:sp>
        <p:nvSpPr>
          <p:cNvPr id="355" name="Google Shape;355;p15"/>
          <p:cNvSpPr/>
          <p:nvPr/>
        </p:nvSpPr>
        <p:spPr>
          <a:xfrm>
            <a:off x="776176" y="4146194"/>
            <a:ext cx="77400" cy="1275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BFBFBF"/>
              </a:buClr>
              <a:buSzPts val="1000"/>
              <a:buFont typeface="Instrument Sans Medium"/>
              <a:buNone/>
            </a:pPr>
            <a:r>
              <a:rPr b="0" i="0" lang="es" sz="1000" u="none" cap="none" strike="noStrike">
                <a:solidFill>
                  <a:schemeClr val="dk1"/>
                </a:solidFill>
                <a:latin typeface="Open Sans"/>
                <a:ea typeface="Open Sans"/>
                <a:cs typeface="Open Sans"/>
                <a:sym typeface="Open Sans"/>
              </a:rPr>
              <a:t>4</a:t>
            </a:r>
            <a:endParaRPr b="0" i="0" sz="1000" u="none" cap="none" strike="noStrike">
              <a:solidFill>
                <a:schemeClr val="dk1"/>
              </a:solidFill>
              <a:latin typeface="Open Sans"/>
              <a:ea typeface="Open Sans"/>
              <a:cs typeface="Open Sans"/>
              <a:sym typeface="Open Sans"/>
            </a:endParaRPr>
          </a:p>
        </p:txBody>
      </p:sp>
      <p:sp>
        <p:nvSpPr>
          <p:cNvPr id="356" name="Google Shape;356;p15"/>
          <p:cNvSpPr/>
          <p:nvPr/>
        </p:nvSpPr>
        <p:spPr>
          <a:xfrm>
            <a:off x="1282103" y="4103748"/>
            <a:ext cx="1062000" cy="132900"/>
          </a:xfrm>
          <a:prstGeom prst="rect">
            <a:avLst/>
          </a:prstGeom>
          <a:noFill/>
          <a:ln>
            <a:noFill/>
          </a:ln>
        </p:spPr>
        <p:txBody>
          <a:bodyPr anchorCtr="0" anchor="t" bIns="0" lIns="0" spcFirstLastPara="1" rIns="0" wrap="square" tIns="0">
            <a:noAutofit/>
          </a:bodyPr>
          <a:lstStyle/>
          <a:p>
            <a:pPr indent="0" lvl="0" marL="0" marR="0" rtl="0" algn="l">
              <a:lnSpc>
                <a:spcPct val="124242"/>
              </a:lnSpc>
              <a:spcBef>
                <a:spcPts val="0"/>
              </a:spcBef>
              <a:spcAft>
                <a:spcPts val="0"/>
              </a:spcAft>
              <a:buClr>
                <a:srgbClr val="BFBFBF"/>
              </a:buClr>
              <a:buSzPts val="800"/>
              <a:buFont typeface="Instrument Sans Medium"/>
              <a:buNone/>
            </a:pPr>
            <a:r>
              <a:rPr b="0" i="0" lang="es" sz="1000" u="none" cap="none" strike="noStrike">
                <a:solidFill>
                  <a:schemeClr val="dk1"/>
                </a:solidFill>
                <a:latin typeface="Montserrat"/>
                <a:ea typeface="Montserrat"/>
                <a:cs typeface="Montserrat"/>
                <a:sym typeface="Montserrat"/>
              </a:rPr>
              <a:t>Verificar</a:t>
            </a:r>
            <a:endParaRPr b="0" i="0" sz="1000" u="none" cap="none" strike="noStrike">
              <a:solidFill>
                <a:schemeClr val="dk1"/>
              </a:solidFill>
              <a:latin typeface="Montserrat"/>
              <a:ea typeface="Montserrat"/>
              <a:cs typeface="Montserrat"/>
              <a:sym typeface="Montserrat"/>
            </a:endParaRPr>
          </a:p>
        </p:txBody>
      </p:sp>
      <p:sp>
        <p:nvSpPr>
          <p:cNvPr id="357" name="Google Shape;357;p15"/>
          <p:cNvSpPr/>
          <p:nvPr/>
        </p:nvSpPr>
        <p:spPr>
          <a:xfrm>
            <a:off x="1282103" y="4287461"/>
            <a:ext cx="3382500" cy="135900"/>
          </a:xfrm>
          <a:prstGeom prst="rect">
            <a:avLst/>
          </a:prstGeom>
          <a:noFill/>
          <a:ln>
            <a:noFill/>
          </a:ln>
        </p:spPr>
        <p:txBody>
          <a:bodyPr anchorCtr="0" anchor="t" bIns="0" lIns="0" spcFirstLastPara="1" rIns="0" wrap="square" tIns="0">
            <a:noAutofit/>
          </a:bodyPr>
          <a:lstStyle/>
          <a:p>
            <a:pPr indent="0" lvl="0" marL="0" marR="0" rtl="0" algn="l">
              <a:lnSpc>
                <a:spcPct val="161538"/>
              </a:lnSpc>
              <a:spcBef>
                <a:spcPts val="0"/>
              </a:spcBef>
              <a:spcAft>
                <a:spcPts val="0"/>
              </a:spcAft>
              <a:buClr>
                <a:srgbClr val="BFBFBF"/>
              </a:buClr>
              <a:buSzPts val="700"/>
              <a:buFont typeface="Open Sans"/>
              <a:buNone/>
            </a:pPr>
            <a:r>
              <a:rPr b="0" i="0" lang="es" sz="1000" u="none" cap="none" strike="noStrike">
                <a:solidFill>
                  <a:schemeClr val="dk1"/>
                </a:solidFill>
                <a:latin typeface="Montserrat"/>
                <a:ea typeface="Montserrat"/>
                <a:cs typeface="Montserrat"/>
                <a:sym typeface="Montserrat"/>
              </a:rPr>
              <a:t>Acepta si la pila está vacía al final</a:t>
            </a:r>
            <a:endParaRPr b="0" i="0" sz="1000" u="none" cap="none" strike="noStrike">
              <a:solidFill>
                <a:schemeClr val="dk1"/>
              </a:solidFill>
              <a:latin typeface="Montserrat"/>
              <a:ea typeface="Montserrat"/>
              <a:cs typeface="Montserrat"/>
              <a:sym typeface="Montserrat"/>
            </a:endParaRPr>
          </a:p>
        </p:txBody>
      </p:sp>
      <p:pic>
        <p:nvPicPr>
          <p:cNvPr id="358" name="Google Shape;358;p15"/>
          <p:cNvPicPr preferRelativeResize="0"/>
          <p:nvPr/>
        </p:nvPicPr>
        <p:blipFill rotWithShape="1">
          <a:blip r:embed="rId3">
            <a:alphaModFix/>
          </a:blip>
          <a:srcRect b="0" l="0" r="0" t="0"/>
          <a:stretch/>
        </p:blipFill>
        <p:spPr>
          <a:xfrm>
            <a:off x="6002625" y="821350"/>
            <a:ext cx="2897224" cy="1691876"/>
          </a:xfrm>
          <a:prstGeom prst="rect">
            <a:avLst/>
          </a:prstGeom>
          <a:noFill/>
          <a:ln>
            <a:noFill/>
          </a:ln>
        </p:spPr>
      </p:pic>
      <p:pic>
        <p:nvPicPr>
          <p:cNvPr id="359" name="Google Shape;359;p15"/>
          <p:cNvPicPr preferRelativeResize="0"/>
          <p:nvPr/>
        </p:nvPicPr>
        <p:blipFill rotWithShape="1">
          <a:blip r:embed="rId4">
            <a:alphaModFix/>
          </a:blip>
          <a:srcRect b="0" l="0" r="0" t="0"/>
          <a:stretch/>
        </p:blipFill>
        <p:spPr>
          <a:xfrm>
            <a:off x="4080100" y="2737100"/>
            <a:ext cx="3346775" cy="19921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16"/>
          <p:cNvSpPr txBox="1"/>
          <p:nvPr/>
        </p:nvSpPr>
        <p:spPr>
          <a:xfrm>
            <a:off x="687445" y="327182"/>
            <a:ext cx="6995700" cy="461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3000"/>
              <a:buFont typeface="Arial"/>
              <a:buNone/>
            </a:pPr>
            <a:r>
              <a:rPr b="0" i="0" lang="es" sz="3000" u="none" cap="none" strike="noStrike">
                <a:solidFill>
                  <a:srgbClr val="131416"/>
                </a:solidFill>
                <a:latin typeface="Impact"/>
                <a:ea typeface="Impact"/>
                <a:cs typeface="Impact"/>
                <a:sym typeface="Impact"/>
              </a:rPr>
              <a:t>Gramática Libre De Contexto Ejemplos</a:t>
            </a:r>
            <a:endParaRPr b="0" i="0" sz="700" u="none" cap="none" strike="noStrike">
              <a:solidFill>
                <a:srgbClr val="000000"/>
              </a:solidFill>
              <a:latin typeface="Arial"/>
              <a:ea typeface="Arial"/>
              <a:cs typeface="Arial"/>
              <a:sym typeface="Arial"/>
            </a:endParaRPr>
          </a:p>
        </p:txBody>
      </p:sp>
      <p:sp>
        <p:nvSpPr>
          <p:cNvPr id="365" name="Google Shape;365;p16"/>
          <p:cNvSpPr txBox="1"/>
          <p:nvPr/>
        </p:nvSpPr>
        <p:spPr>
          <a:xfrm>
            <a:off x="817925" y="1431375"/>
            <a:ext cx="4530000" cy="1816200"/>
          </a:xfrm>
          <a:prstGeom prst="rect">
            <a:avLst/>
          </a:prstGeom>
          <a:noFill/>
          <a:ln>
            <a:noFill/>
          </a:ln>
        </p:spPr>
        <p:txBody>
          <a:bodyPr anchorCtr="0" anchor="t" bIns="45725" lIns="45725" spcFirstLastPara="1" rIns="45725" wrap="square" tIns="45725">
            <a:spAutoFit/>
          </a:bodyPr>
          <a:lstStyle/>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chemeClr val="dk1"/>
                </a:solidFill>
                <a:latin typeface="Montserrat"/>
                <a:ea typeface="Montserrat"/>
                <a:cs typeface="Montserrat"/>
                <a:sym typeface="Montserrat"/>
              </a:rPr>
              <a:t>Árbol de derivación para “abbba”</a:t>
            </a:r>
            <a:endParaRPr b="0" i="0" sz="1600"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chemeClr val="dk1"/>
                </a:solidFill>
                <a:latin typeface="Montserrat"/>
                <a:ea typeface="Montserrat"/>
                <a:cs typeface="Montserrat"/>
                <a:sym typeface="Montserrat"/>
              </a:rPr>
              <a:t>Gramática:</a:t>
            </a:r>
            <a:br>
              <a:rPr b="0" i="0" lang="es" sz="1600" u="none" cap="none" strike="noStrike">
                <a:solidFill>
                  <a:schemeClr val="dk1"/>
                </a:solidFill>
                <a:latin typeface="Montserrat"/>
                <a:ea typeface="Montserrat"/>
                <a:cs typeface="Montserrat"/>
                <a:sym typeface="Montserrat"/>
              </a:rPr>
            </a:br>
            <a:r>
              <a:rPr b="0" i="0" lang="es" sz="1600" u="none" cap="none" strike="noStrike">
                <a:solidFill>
                  <a:schemeClr val="dk1"/>
                </a:solidFill>
                <a:latin typeface="Montserrat"/>
                <a:ea typeface="Montserrat"/>
                <a:cs typeface="Montserrat"/>
                <a:sym typeface="Montserrat"/>
              </a:rPr>
              <a:t>S → aSb | ε</a:t>
            </a:r>
            <a:br>
              <a:rPr b="0" i="0" lang="es" sz="1600" u="none" cap="none" strike="noStrike">
                <a:solidFill>
                  <a:schemeClr val="dk1"/>
                </a:solidFill>
                <a:latin typeface="Montserrat"/>
                <a:ea typeface="Montserrat"/>
                <a:cs typeface="Montserrat"/>
                <a:sym typeface="Montserrat"/>
              </a:rPr>
            </a:br>
            <a:br>
              <a:rPr b="0" i="0" lang="es" sz="1600" u="none" cap="none" strike="noStrike">
                <a:solidFill>
                  <a:schemeClr val="dk1"/>
                </a:solidFill>
                <a:latin typeface="Montserrat"/>
                <a:ea typeface="Montserrat"/>
                <a:cs typeface="Montserrat"/>
                <a:sym typeface="Montserrat"/>
              </a:rPr>
            </a:br>
            <a:r>
              <a:rPr b="0" i="0" lang="es" sz="1600" u="none" cap="none" strike="noStrike">
                <a:solidFill>
                  <a:schemeClr val="dk1"/>
                </a:solidFill>
                <a:latin typeface="Montserrat"/>
                <a:ea typeface="Montserrat"/>
                <a:cs typeface="Montserrat"/>
                <a:sym typeface="Montserrat"/>
              </a:rPr>
              <a:t>Derivación:</a:t>
            </a:r>
            <a:endParaRPr b="0" i="0" sz="1600"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600"/>
              <a:buFont typeface="Arial"/>
              <a:buNone/>
            </a:pPr>
            <a:r>
              <a:rPr b="0" i="0" lang="es" sz="1600" u="none" cap="none" strike="noStrike">
                <a:solidFill>
                  <a:schemeClr val="dk1"/>
                </a:solidFill>
                <a:latin typeface="Montserrat"/>
                <a:ea typeface="Montserrat"/>
                <a:cs typeface="Montserrat"/>
                <a:sym typeface="Montserrat"/>
              </a:rPr>
              <a:t>S ⇒ aSb ⇒ aaSbb ⇒ aaaSbbb ⇒ aaabbb</a:t>
            </a:r>
            <a:endParaRPr b="0" i="0" sz="1600" u="none" cap="none" strike="noStrike">
              <a:solidFill>
                <a:schemeClr val="dk1"/>
              </a:solidFill>
              <a:latin typeface="Montserrat"/>
              <a:ea typeface="Montserrat"/>
              <a:cs typeface="Montserrat"/>
              <a:sym typeface="Montserrat"/>
            </a:endParaRPr>
          </a:p>
        </p:txBody>
      </p:sp>
      <p:pic>
        <p:nvPicPr>
          <p:cNvPr id="366" name="Google Shape;366;p16"/>
          <p:cNvPicPr preferRelativeResize="0"/>
          <p:nvPr/>
        </p:nvPicPr>
        <p:blipFill rotWithShape="1">
          <a:blip r:embed="rId3">
            <a:alphaModFix/>
          </a:blip>
          <a:srcRect b="0" l="0" r="0" t="0"/>
          <a:stretch/>
        </p:blipFill>
        <p:spPr>
          <a:xfrm>
            <a:off x="5822650" y="1345976"/>
            <a:ext cx="2822101" cy="308094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17"/>
          <p:cNvSpPr/>
          <p:nvPr/>
        </p:nvSpPr>
        <p:spPr>
          <a:xfrm>
            <a:off x="6270654" y="0"/>
            <a:ext cx="2873346" cy="85589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sp>
        <p:nvSpPr>
          <p:cNvPr id="372" name="Google Shape;372;p17"/>
          <p:cNvSpPr txBox="1"/>
          <p:nvPr/>
        </p:nvSpPr>
        <p:spPr>
          <a:xfrm>
            <a:off x="1155245" y="1522445"/>
            <a:ext cx="6995700" cy="723300"/>
          </a:xfrm>
          <a:prstGeom prst="rect">
            <a:avLst/>
          </a:prstGeom>
          <a:noFill/>
          <a:ln>
            <a:noFill/>
          </a:ln>
        </p:spPr>
        <p:txBody>
          <a:bodyPr anchorCtr="0" anchor="t" bIns="0" lIns="0" spcFirstLastPara="1" rIns="0" wrap="square" tIns="0">
            <a:spAutoFit/>
          </a:bodyPr>
          <a:lstStyle/>
          <a:p>
            <a:pPr indent="0" lvl="0" marL="0" marR="0" rtl="0" algn="ctr">
              <a:lnSpc>
                <a:spcPct val="112987"/>
              </a:lnSpc>
              <a:spcBef>
                <a:spcPts val="0"/>
              </a:spcBef>
              <a:spcAft>
                <a:spcPts val="0"/>
              </a:spcAft>
              <a:buClr>
                <a:srgbClr val="000000"/>
              </a:buClr>
              <a:buSzPts val="3000"/>
              <a:buFont typeface="Arial"/>
              <a:buNone/>
            </a:pPr>
            <a:r>
              <a:rPr b="0" i="0" lang="es" sz="4700" u="none" cap="none" strike="noStrike">
                <a:solidFill>
                  <a:srgbClr val="131416"/>
                </a:solidFill>
                <a:latin typeface="Impact"/>
                <a:ea typeface="Impact"/>
                <a:cs typeface="Impact"/>
                <a:sym typeface="Impact"/>
              </a:rPr>
              <a:t>EJEMPLO PRÁCTICO</a:t>
            </a:r>
            <a:endParaRPr b="0" i="0" sz="2400" u="none" cap="none" strike="noStrike">
              <a:solidFill>
                <a:srgbClr val="000000"/>
              </a:solidFill>
              <a:latin typeface="Impact"/>
              <a:ea typeface="Impact"/>
              <a:cs typeface="Impact"/>
              <a:sym typeface="Impact"/>
            </a:endParaRPr>
          </a:p>
        </p:txBody>
      </p:sp>
      <p:pic>
        <p:nvPicPr>
          <p:cNvPr descr="LA MAGIA DE LEER. PROYECTO INNOVADOR DE AULA | Piragua – Fuego y agua" id="373" name="Google Shape;373;p17"/>
          <p:cNvPicPr preferRelativeResize="0"/>
          <p:nvPr/>
        </p:nvPicPr>
        <p:blipFill rotWithShape="1">
          <a:blip r:embed="rId4">
            <a:alphaModFix/>
          </a:blip>
          <a:srcRect b="0" l="0" r="0" t="0"/>
          <a:stretch/>
        </p:blipFill>
        <p:spPr>
          <a:xfrm>
            <a:off x="7483700" y="3513775"/>
            <a:ext cx="1269425" cy="1158600"/>
          </a:xfrm>
          <a:prstGeom prst="rect">
            <a:avLst/>
          </a:prstGeom>
          <a:noFill/>
          <a:ln>
            <a:noFill/>
          </a:ln>
        </p:spPr>
      </p:pic>
      <p:pic>
        <p:nvPicPr>
          <p:cNvPr id="374" name="Google Shape;374;p17"/>
          <p:cNvPicPr preferRelativeResize="0"/>
          <p:nvPr/>
        </p:nvPicPr>
        <p:blipFill rotWithShape="1">
          <a:blip r:embed="rId5">
            <a:alphaModFix/>
          </a:blip>
          <a:srcRect b="0" l="0" r="0" t="0"/>
          <a:stretch/>
        </p:blipFill>
        <p:spPr>
          <a:xfrm>
            <a:off x="3292929" y="2610848"/>
            <a:ext cx="2720349" cy="18135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18"/>
          <p:cNvSpPr/>
          <p:nvPr/>
        </p:nvSpPr>
        <p:spPr>
          <a:xfrm>
            <a:off x="6270654" y="0"/>
            <a:ext cx="2873346" cy="85589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sp>
        <p:nvSpPr>
          <p:cNvPr id="380" name="Google Shape;380;p18"/>
          <p:cNvSpPr txBox="1"/>
          <p:nvPr/>
        </p:nvSpPr>
        <p:spPr>
          <a:xfrm>
            <a:off x="2202288" y="1392163"/>
            <a:ext cx="4467600" cy="538800"/>
          </a:xfrm>
          <a:prstGeom prst="rect">
            <a:avLst/>
          </a:prstGeom>
          <a:noFill/>
          <a:ln>
            <a:noFill/>
          </a:ln>
        </p:spPr>
        <p:txBody>
          <a:bodyPr anchorCtr="0" anchor="t" bIns="91425" lIns="91425" spcFirstLastPara="1" rIns="91425" wrap="square" tIns="91425">
            <a:spAutoFit/>
          </a:bodyPr>
          <a:lstStyle/>
          <a:p>
            <a:pPr indent="457200" lvl="0" marL="0" marR="0" rtl="0" algn="ctr">
              <a:lnSpc>
                <a:spcPct val="100000"/>
              </a:lnSpc>
              <a:spcBef>
                <a:spcPts val="0"/>
              </a:spcBef>
              <a:spcAft>
                <a:spcPts val="0"/>
              </a:spcAft>
              <a:buClr>
                <a:schemeClr val="dk1"/>
              </a:buClr>
              <a:buSzPts val="1100"/>
              <a:buFont typeface="Arial"/>
              <a:buNone/>
            </a:pPr>
            <a:r>
              <a:rPr b="1" i="0" lang="es" sz="2300" u="none" cap="none" strike="noStrike">
                <a:solidFill>
                  <a:schemeClr val="dk1"/>
                </a:solidFill>
                <a:highlight>
                  <a:schemeClr val="lt1"/>
                </a:highlight>
                <a:latin typeface="Montserrat"/>
                <a:ea typeface="Montserrat"/>
                <a:cs typeface="Montserrat"/>
                <a:sym typeface="Montserrat"/>
              </a:rPr>
              <a:t>AUTONOMIA</a:t>
            </a:r>
            <a:endParaRPr b="1" i="0" sz="2300" u="none" cap="none" strike="noStrike">
              <a:solidFill>
                <a:srgbClr val="000000"/>
              </a:solidFill>
              <a:latin typeface="Montserrat"/>
              <a:ea typeface="Montserrat"/>
              <a:cs typeface="Montserrat"/>
              <a:sym typeface="Montserrat"/>
            </a:endParaRPr>
          </a:p>
        </p:txBody>
      </p:sp>
      <p:sp>
        <p:nvSpPr>
          <p:cNvPr id="381" name="Google Shape;381;p18"/>
          <p:cNvSpPr txBox="1"/>
          <p:nvPr/>
        </p:nvSpPr>
        <p:spPr>
          <a:xfrm>
            <a:off x="739050" y="1903475"/>
            <a:ext cx="7665900" cy="754200"/>
          </a:xfrm>
          <a:prstGeom prst="rect">
            <a:avLst/>
          </a:prstGeom>
          <a:noFill/>
          <a:ln>
            <a:noFill/>
          </a:ln>
        </p:spPr>
        <p:txBody>
          <a:bodyPr anchorCtr="0" anchor="t" bIns="91425" lIns="91425" spcFirstLastPara="1" rIns="91425" wrap="square" tIns="91425">
            <a:spAutoFit/>
          </a:bodyPr>
          <a:lstStyle/>
          <a:p>
            <a:pPr indent="457200" lvl="0" marL="0" marR="0" rtl="0" algn="ctr">
              <a:lnSpc>
                <a:spcPct val="100000"/>
              </a:lnSpc>
              <a:spcBef>
                <a:spcPts val="0"/>
              </a:spcBef>
              <a:spcAft>
                <a:spcPts val="0"/>
              </a:spcAft>
              <a:buClr>
                <a:srgbClr val="000000"/>
              </a:buClr>
              <a:buSzPts val="1850"/>
              <a:buFont typeface="Arial"/>
              <a:buNone/>
            </a:pPr>
            <a:r>
              <a:rPr b="0" i="0" lang="es" sz="1850" u="none" cap="none" strike="noStrike">
                <a:solidFill>
                  <a:schemeClr val="dk1"/>
                </a:solidFill>
                <a:highlight>
                  <a:schemeClr val="lt1"/>
                </a:highlight>
                <a:latin typeface="Montserrat"/>
                <a:ea typeface="Montserrat"/>
                <a:cs typeface="Montserrat"/>
                <a:sym typeface="Montserrat"/>
              </a:rPr>
              <a:t>Desarrolla aplicaciones de análisis sintáctico de forma independiente.</a:t>
            </a:r>
            <a:endParaRPr b="0" i="0" sz="1850" u="none" cap="none" strike="noStrike">
              <a:solidFill>
                <a:schemeClr val="dk1"/>
              </a:solidFill>
              <a:highlight>
                <a:schemeClr val="lt1"/>
              </a:highlight>
              <a:latin typeface="Montserrat"/>
              <a:ea typeface="Montserrat"/>
              <a:cs typeface="Montserrat"/>
              <a:sym typeface="Montserra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19"/>
          <p:cNvSpPr txBox="1"/>
          <p:nvPr/>
        </p:nvSpPr>
        <p:spPr>
          <a:xfrm>
            <a:off x="495725" y="144550"/>
            <a:ext cx="5234100" cy="10491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3500"/>
              <a:buFont typeface="Arial"/>
              <a:buNone/>
            </a:pPr>
            <a:r>
              <a:rPr b="1" i="0" lang="es" sz="3200" u="none" cap="none" strike="noStrike">
                <a:solidFill>
                  <a:srgbClr val="131416"/>
                </a:solidFill>
                <a:latin typeface="Montserrat"/>
                <a:ea typeface="Montserrat"/>
                <a:cs typeface="Montserrat"/>
                <a:sym typeface="Montserrat"/>
              </a:rPr>
              <a:t>CONCEPTOS CLAVE APRENDIDOS </a:t>
            </a:r>
            <a:endParaRPr b="1" i="0" sz="400" u="none" cap="none" strike="noStrike">
              <a:solidFill>
                <a:srgbClr val="000000"/>
              </a:solidFill>
              <a:latin typeface="Montserrat"/>
              <a:ea typeface="Montserrat"/>
              <a:cs typeface="Montserrat"/>
              <a:sym typeface="Montserrat"/>
            </a:endParaRPr>
          </a:p>
        </p:txBody>
      </p:sp>
      <p:sp>
        <p:nvSpPr>
          <p:cNvPr id="387" name="Google Shape;387;p19"/>
          <p:cNvSpPr txBox="1"/>
          <p:nvPr/>
        </p:nvSpPr>
        <p:spPr>
          <a:xfrm>
            <a:off x="667653" y="1384315"/>
            <a:ext cx="7808700" cy="32328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1400"/>
              <a:buFont typeface="Arial"/>
              <a:buNone/>
            </a:pPr>
            <a:r>
              <a:rPr b="0" i="0" lang="es" sz="1400" u="none" cap="none" strike="noStrike">
                <a:solidFill>
                  <a:srgbClr val="131416"/>
                </a:solidFill>
                <a:latin typeface="Montserrat"/>
                <a:ea typeface="Montserrat"/>
                <a:cs typeface="Montserrat"/>
                <a:sym typeface="Montserrat"/>
              </a:rPr>
              <a:t>Árboles de Derivación: Representación gráfica de cómo una cadena se deriva a partir del símbolo inicial de una gramática, siguiendo sus reglas de producción.</a:t>
            </a:r>
            <a:endParaRPr b="0" i="0" sz="1400" u="none" cap="none" strike="noStrike">
              <a:solidFill>
                <a:srgbClr val="131416"/>
              </a:solidFill>
              <a:latin typeface="Montserrat"/>
              <a:ea typeface="Montserrat"/>
              <a:cs typeface="Montserrat"/>
              <a:sym typeface="Montserrat"/>
            </a:endParaRPr>
          </a:p>
          <a:p>
            <a:pPr indent="0" lvl="0" marL="0" marR="0" rtl="0" algn="l">
              <a:lnSpc>
                <a:spcPct val="140019"/>
              </a:lnSpc>
              <a:spcBef>
                <a:spcPts val="0"/>
              </a:spcBef>
              <a:spcAft>
                <a:spcPts val="0"/>
              </a:spcAft>
              <a:buClr>
                <a:srgbClr val="000000"/>
              </a:buClr>
              <a:buSzPts val="1400"/>
              <a:buFont typeface="Arial"/>
              <a:buNone/>
            </a:pPr>
            <a:r>
              <a:t/>
            </a:r>
            <a:endParaRPr b="0" i="0" sz="1400" u="none" cap="none" strike="noStrike">
              <a:solidFill>
                <a:srgbClr val="131416"/>
              </a:solidFill>
              <a:latin typeface="Montserrat"/>
              <a:ea typeface="Montserrat"/>
              <a:cs typeface="Montserrat"/>
              <a:sym typeface="Montserrat"/>
            </a:endParaRPr>
          </a:p>
          <a:p>
            <a:pPr indent="0" lvl="0" marL="0" marR="0" rtl="0" algn="l">
              <a:lnSpc>
                <a:spcPct val="140019"/>
              </a:lnSpc>
              <a:spcBef>
                <a:spcPts val="0"/>
              </a:spcBef>
              <a:spcAft>
                <a:spcPts val="0"/>
              </a:spcAft>
              <a:buClr>
                <a:srgbClr val="000000"/>
              </a:buClr>
              <a:buSzPts val="1400"/>
              <a:buFont typeface="Arial"/>
              <a:buNone/>
            </a:pPr>
            <a:r>
              <a:rPr b="0" i="0" lang="es" sz="1400" u="none" cap="none" strike="noStrike">
                <a:solidFill>
                  <a:srgbClr val="131416"/>
                </a:solidFill>
                <a:latin typeface="Montserrat"/>
                <a:ea typeface="Montserrat"/>
                <a:cs typeface="Montserrat"/>
                <a:sym typeface="Montserrat"/>
              </a:rPr>
              <a:t>Estructura: Raíz: símbolo inicial de la gramática. Nodos internos: no terminales. Hojas: terminales (cadena derivada).</a:t>
            </a:r>
            <a:endParaRPr b="0" i="0" sz="1400" u="none" cap="none" strike="noStrike">
              <a:solidFill>
                <a:srgbClr val="131416"/>
              </a:solidFill>
              <a:latin typeface="Montserrat"/>
              <a:ea typeface="Montserrat"/>
              <a:cs typeface="Montserrat"/>
              <a:sym typeface="Montserrat"/>
            </a:endParaRPr>
          </a:p>
          <a:p>
            <a:pPr indent="0" lvl="0" marL="0" marR="0" rtl="0" algn="l">
              <a:lnSpc>
                <a:spcPct val="140019"/>
              </a:lnSpc>
              <a:spcBef>
                <a:spcPts val="0"/>
              </a:spcBef>
              <a:spcAft>
                <a:spcPts val="0"/>
              </a:spcAft>
              <a:buClr>
                <a:srgbClr val="000000"/>
              </a:buClr>
              <a:buSzPts val="1400"/>
              <a:buFont typeface="Arial"/>
              <a:buNone/>
            </a:pPr>
            <a:r>
              <a:t/>
            </a:r>
            <a:endParaRPr b="0" i="0" sz="1400" u="none" cap="none" strike="noStrike">
              <a:solidFill>
                <a:srgbClr val="131416"/>
              </a:solidFill>
              <a:latin typeface="Montserrat"/>
              <a:ea typeface="Montserrat"/>
              <a:cs typeface="Montserrat"/>
              <a:sym typeface="Montserrat"/>
            </a:endParaRPr>
          </a:p>
          <a:p>
            <a:pPr indent="0" lvl="0" marL="0" marR="0" rtl="0" algn="l">
              <a:lnSpc>
                <a:spcPct val="140019"/>
              </a:lnSpc>
              <a:spcBef>
                <a:spcPts val="0"/>
              </a:spcBef>
              <a:spcAft>
                <a:spcPts val="0"/>
              </a:spcAft>
              <a:buClr>
                <a:srgbClr val="000000"/>
              </a:buClr>
              <a:buSzPts val="1400"/>
              <a:buFont typeface="Arial"/>
              <a:buNone/>
            </a:pPr>
            <a:r>
              <a:rPr b="0" i="0" lang="es" sz="1400" u="none" cap="none" strike="noStrike">
                <a:solidFill>
                  <a:srgbClr val="131416"/>
                </a:solidFill>
                <a:latin typeface="Montserrat"/>
                <a:ea typeface="Montserrat"/>
                <a:cs typeface="Montserrat"/>
                <a:sym typeface="Montserrat"/>
              </a:rPr>
              <a:t>Tipos de derivación: Izquierda: se expande el no terminal más a la izquierda. Derecha: se expande el no terminal más a la derecha.</a:t>
            </a:r>
            <a:endParaRPr b="0" i="0" sz="1400" u="none" cap="none" strike="noStrike">
              <a:solidFill>
                <a:srgbClr val="131416"/>
              </a:solidFill>
              <a:latin typeface="Montserrat"/>
              <a:ea typeface="Montserrat"/>
              <a:cs typeface="Montserrat"/>
              <a:sym typeface="Montserrat"/>
            </a:endParaRPr>
          </a:p>
          <a:p>
            <a:pPr indent="0" lvl="0" marL="0" marR="0" rtl="0" algn="l">
              <a:lnSpc>
                <a:spcPct val="140019"/>
              </a:lnSpc>
              <a:spcBef>
                <a:spcPts val="0"/>
              </a:spcBef>
              <a:spcAft>
                <a:spcPts val="0"/>
              </a:spcAft>
              <a:buClr>
                <a:srgbClr val="000000"/>
              </a:buClr>
              <a:buSzPts val="1400"/>
              <a:buFont typeface="Arial"/>
              <a:buNone/>
            </a:pPr>
            <a:r>
              <a:t/>
            </a:r>
            <a:endParaRPr b="0" i="0" sz="1400" u="none" cap="none" strike="noStrike">
              <a:solidFill>
                <a:srgbClr val="131416"/>
              </a:solidFill>
              <a:latin typeface="Montserrat"/>
              <a:ea typeface="Montserrat"/>
              <a:cs typeface="Montserrat"/>
              <a:sym typeface="Montserrat"/>
            </a:endParaRPr>
          </a:p>
          <a:p>
            <a:pPr indent="0" lvl="0" marL="0" marR="0" rtl="0" algn="l">
              <a:lnSpc>
                <a:spcPct val="140019"/>
              </a:lnSpc>
              <a:spcBef>
                <a:spcPts val="0"/>
              </a:spcBef>
              <a:spcAft>
                <a:spcPts val="0"/>
              </a:spcAft>
              <a:buClr>
                <a:srgbClr val="000000"/>
              </a:buClr>
              <a:buSzPts val="1400"/>
              <a:buFont typeface="Arial"/>
              <a:buNone/>
            </a:pPr>
            <a:r>
              <a:rPr b="0" i="0" lang="es" sz="1400" u="none" cap="none" strike="noStrike">
                <a:solidFill>
                  <a:srgbClr val="131416"/>
                </a:solidFill>
                <a:latin typeface="Montserrat"/>
                <a:ea typeface="Montserrat"/>
                <a:cs typeface="Montserrat"/>
                <a:sym typeface="Montserrat"/>
              </a:rPr>
              <a:t>Gramática ambigua: Una gramática es ambigua si una misma cadena tiene más de un árbol de derivación o más de una derivación izquierda.</a:t>
            </a:r>
            <a:endParaRPr b="0" i="0" sz="1400" u="none" cap="none" strike="noStrike">
              <a:solidFill>
                <a:srgbClr val="000000"/>
              </a:solidFill>
              <a:latin typeface="Montserrat"/>
              <a:ea typeface="Montserrat"/>
              <a:cs typeface="Montserrat"/>
              <a:sym typeface="Montserrat"/>
            </a:endParaRPr>
          </a:p>
        </p:txBody>
      </p:sp>
      <p:sp>
        <p:nvSpPr>
          <p:cNvPr id="388" name="Google Shape;388;p19"/>
          <p:cNvSpPr/>
          <p:nvPr/>
        </p:nvSpPr>
        <p:spPr>
          <a:xfrm>
            <a:off x="6270654" y="0"/>
            <a:ext cx="2873346" cy="85589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20"/>
          <p:cNvSpPr txBox="1"/>
          <p:nvPr/>
        </p:nvSpPr>
        <p:spPr>
          <a:xfrm>
            <a:off x="896775" y="2316288"/>
            <a:ext cx="7921500" cy="1477800"/>
          </a:xfrm>
          <a:prstGeom prst="rect">
            <a:avLst/>
          </a:prstGeom>
          <a:noFill/>
          <a:ln>
            <a:noFill/>
          </a:ln>
        </p:spPr>
        <p:txBody>
          <a:bodyPr anchorCtr="0" anchor="t" bIns="0" lIns="0" spcFirstLastPara="1" rIns="0" wrap="square" tIns="0">
            <a:spAutoFit/>
          </a:bodyPr>
          <a:lstStyle/>
          <a:p>
            <a:pPr indent="0" lvl="0" marL="0" marR="0" rtl="0" algn="ctr">
              <a:lnSpc>
                <a:spcPct val="140019"/>
              </a:lnSpc>
              <a:spcBef>
                <a:spcPts val="0"/>
              </a:spcBef>
              <a:spcAft>
                <a:spcPts val="0"/>
              </a:spcAft>
              <a:buClr>
                <a:schemeClr val="dk1"/>
              </a:buClr>
              <a:buSzPts val="2800"/>
              <a:buFont typeface="Arial"/>
              <a:buNone/>
            </a:pPr>
            <a:r>
              <a:rPr b="1" i="0" lang="es" sz="1200" u="none" cap="none" strike="noStrike">
                <a:solidFill>
                  <a:srgbClr val="131416"/>
                </a:solidFill>
                <a:latin typeface="Montserrat"/>
                <a:ea typeface="Montserrat"/>
                <a:cs typeface="Montserrat"/>
                <a:sym typeface="Montserrat"/>
              </a:rPr>
              <a:t>Hopcroft, J. E., Motwani, R., &amp; Ullman, J. D. (2007). Introduction to Automata Theory, Languages, and Computation (3rd ed.). Addison-Wesley.</a:t>
            </a:r>
            <a:endParaRPr b="1" i="0" sz="1200" u="none" cap="none" strike="noStrike">
              <a:solidFill>
                <a:schemeClr val="dk1"/>
              </a:solidFill>
              <a:latin typeface="Montserrat"/>
              <a:ea typeface="Montserrat"/>
              <a:cs typeface="Montserrat"/>
              <a:sym typeface="Montserrat"/>
            </a:endParaRPr>
          </a:p>
          <a:p>
            <a:pPr indent="0" lvl="0" marL="0" marR="0" rtl="0" algn="ctr">
              <a:lnSpc>
                <a:spcPct val="140019"/>
              </a:lnSpc>
              <a:spcBef>
                <a:spcPts val="0"/>
              </a:spcBef>
              <a:spcAft>
                <a:spcPts val="0"/>
              </a:spcAft>
              <a:buClr>
                <a:schemeClr val="dk1"/>
              </a:buClr>
              <a:buSzPts val="2800"/>
              <a:buFont typeface="Arial"/>
              <a:buNone/>
            </a:pPr>
            <a:r>
              <a:t/>
            </a:r>
            <a:endParaRPr b="1" i="0" sz="1200" u="none" cap="none" strike="noStrike">
              <a:solidFill>
                <a:srgbClr val="131416"/>
              </a:solidFill>
              <a:latin typeface="Montserrat"/>
              <a:ea typeface="Montserrat"/>
              <a:cs typeface="Montserrat"/>
              <a:sym typeface="Montserrat"/>
            </a:endParaRPr>
          </a:p>
          <a:p>
            <a:pPr indent="0" lvl="0" marL="0" marR="0" rtl="0" algn="ctr">
              <a:lnSpc>
                <a:spcPct val="140019"/>
              </a:lnSpc>
              <a:spcBef>
                <a:spcPts val="0"/>
              </a:spcBef>
              <a:spcAft>
                <a:spcPts val="0"/>
              </a:spcAft>
              <a:buClr>
                <a:schemeClr val="dk1"/>
              </a:buClr>
              <a:buSzPts val="2800"/>
              <a:buFont typeface="Arial"/>
              <a:buNone/>
            </a:pPr>
            <a:r>
              <a:rPr b="1" i="0" lang="es" sz="1200" u="none" cap="none" strike="noStrike">
                <a:solidFill>
                  <a:schemeClr val="dk1"/>
                </a:solidFill>
                <a:latin typeface="Montserrat"/>
                <a:ea typeface="Montserrat"/>
                <a:cs typeface="Montserrat"/>
                <a:sym typeface="Montserrat"/>
              </a:rPr>
              <a:t>Aho, A., Lam, M., Sethi, R. &amp; Ullman, J. (2007). Compilers: Principles, Techniques &amp; Tools (2nd ed.). Pearson. </a:t>
            </a:r>
            <a:endParaRPr b="1" i="0" sz="1200" u="none" cap="none" strike="noStrike">
              <a:solidFill>
                <a:schemeClr val="dk1"/>
              </a:solidFill>
              <a:latin typeface="Montserrat"/>
              <a:ea typeface="Montserrat"/>
              <a:cs typeface="Montserrat"/>
              <a:sym typeface="Montserrat"/>
            </a:endParaRPr>
          </a:p>
          <a:p>
            <a:pPr indent="0" lvl="0" marL="457200" marR="0" rtl="0" algn="just">
              <a:lnSpc>
                <a:spcPct val="140011"/>
              </a:lnSpc>
              <a:spcBef>
                <a:spcPts val="0"/>
              </a:spcBef>
              <a:spcAft>
                <a:spcPts val="0"/>
              </a:spcAft>
              <a:buClr>
                <a:srgbClr val="000000"/>
              </a:buClr>
              <a:buSzPts val="1200"/>
              <a:buFont typeface="Arial"/>
              <a:buNone/>
            </a:pPr>
            <a:r>
              <a:t/>
            </a:r>
            <a:endParaRPr b="1" i="0" sz="1200" u="none" cap="none" strike="noStrike">
              <a:solidFill>
                <a:srgbClr val="000000"/>
              </a:solidFill>
              <a:latin typeface="Montserrat"/>
              <a:ea typeface="Montserrat"/>
              <a:cs typeface="Montserrat"/>
              <a:sym typeface="Montserrat"/>
            </a:endParaRPr>
          </a:p>
        </p:txBody>
      </p:sp>
      <p:sp>
        <p:nvSpPr>
          <p:cNvPr id="394" name="Google Shape;394;p20"/>
          <p:cNvSpPr txBox="1"/>
          <p:nvPr/>
        </p:nvSpPr>
        <p:spPr>
          <a:xfrm>
            <a:off x="1196171" y="1495696"/>
            <a:ext cx="6751800" cy="5388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3500"/>
              <a:buFont typeface="Arial"/>
              <a:buNone/>
            </a:pPr>
            <a:r>
              <a:rPr b="1" i="0" lang="es" sz="3500" u="none" cap="none" strike="noStrike">
                <a:solidFill>
                  <a:srgbClr val="131416"/>
                </a:solidFill>
                <a:latin typeface="Montserrat"/>
                <a:ea typeface="Montserrat"/>
                <a:cs typeface="Montserrat"/>
                <a:sym typeface="Montserrat"/>
              </a:rPr>
              <a:t>REFERENCIAS </a:t>
            </a:r>
            <a:endParaRPr b="1" i="0" sz="700" u="none" cap="none" strike="noStrike">
              <a:solidFill>
                <a:srgbClr val="000000"/>
              </a:solidFill>
              <a:latin typeface="Montserrat"/>
              <a:ea typeface="Montserrat"/>
              <a:cs typeface="Montserrat"/>
              <a:sym typeface="Montserrat"/>
            </a:endParaRPr>
          </a:p>
        </p:txBody>
      </p:sp>
      <p:sp>
        <p:nvSpPr>
          <p:cNvPr id="395" name="Google Shape;395;p20"/>
          <p:cNvSpPr/>
          <p:nvPr/>
        </p:nvSpPr>
        <p:spPr>
          <a:xfrm>
            <a:off x="6270654" y="0"/>
            <a:ext cx="2873346" cy="85589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pic>
        <p:nvPicPr>
          <p:cNvPr id="396" name="Google Shape;396;p20"/>
          <p:cNvPicPr preferRelativeResize="0"/>
          <p:nvPr/>
        </p:nvPicPr>
        <p:blipFill rotWithShape="1">
          <a:blip r:embed="rId4">
            <a:alphaModFix/>
          </a:blip>
          <a:srcRect b="0" l="0" r="0" t="0"/>
          <a:stretch/>
        </p:blipFill>
        <p:spPr>
          <a:xfrm>
            <a:off x="6529150" y="3912675"/>
            <a:ext cx="2614851" cy="123082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21"/>
          <p:cNvSpPr txBox="1"/>
          <p:nvPr/>
        </p:nvSpPr>
        <p:spPr>
          <a:xfrm>
            <a:off x="1464825" y="1885488"/>
            <a:ext cx="6214500" cy="942000"/>
          </a:xfrm>
          <a:prstGeom prst="rect">
            <a:avLst/>
          </a:prstGeom>
          <a:noFill/>
          <a:ln>
            <a:noFill/>
          </a:ln>
        </p:spPr>
        <p:txBody>
          <a:bodyPr anchorCtr="0" anchor="t" bIns="0" lIns="0" spcFirstLastPara="1" rIns="0" wrap="square" tIns="0">
            <a:spAutoFit/>
          </a:bodyPr>
          <a:lstStyle/>
          <a:p>
            <a:pPr indent="0" lvl="0" marL="0" marR="0" rtl="0" algn="just">
              <a:lnSpc>
                <a:spcPct val="104000"/>
              </a:lnSpc>
              <a:spcBef>
                <a:spcPts val="0"/>
              </a:spcBef>
              <a:spcAft>
                <a:spcPts val="0"/>
              </a:spcAft>
              <a:buClr>
                <a:srgbClr val="000000"/>
              </a:buClr>
              <a:buSzPts val="3000"/>
              <a:buFont typeface="Arial"/>
              <a:buNone/>
            </a:pPr>
            <a:r>
              <a:rPr b="1" i="0" lang="es" sz="3000" u="none" cap="none" strike="noStrike">
                <a:solidFill>
                  <a:srgbClr val="131416"/>
                </a:solidFill>
                <a:latin typeface="Montserrat"/>
                <a:ea typeface="Montserrat"/>
                <a:cs typeface="Montserrat"/>
                <a:sym typeface="Montserrat"/>
              </a:rPr>
              <a:t>¡GRACIAS POR SU ATENCIÓN!</a:t>
            </a:r>
            <a:endParaRPr b="1" i="0" sz="700" u="none" cap="none" strike="noStrike">
              <a:solidFill>
                <a:srgbClr val="000000"/>
              </a:solidFill>
              <a:latin typeface="Montserrat"/>
              <a:ea typeface="Montserrat"/>
              <a:cs typeface="Montserrat"/>
              <a:sym typeface="Montserrat"/>
            </a:endParaRPr>
          </a:p>
          <a:p>
            <a:pPr indent="0" lvl="0" marL="0" marR="0" rtl="0" algn="just">
              <a:lnSpc>
                <a:spcPct val="104000"/>
              </a:lnSpc>
              <a:spcBef>
                <a:spcPts val="0"/>
              </a:spcBef>
              <a:spcAft>
                <a:spcPts val="0"/>
              </a:spcAft>
              <a:buClr>
                <a:srgbClr val="000000"/>
              </a:buClr>
              <a:buSzPts val="3000"/>
              <a:buFont typeface="Arial"/>
              <a:buNone/>
            </a:pPr>
            <a:r>
              <a:t/>
            </a:r>
            <a:endParaRPr b="1" i="0" sz="3000" u="none" cap="none" strike="noStrike">
              <a:solidFill>
                <a:srgbClr val="131416"/>
              </a:solidFill>
              <a:latin typeface="Montserrat"/>
              <a:ea typeface="Montserrat"/>
              <a:cs typeface="Montserrat"/>
              <a:sym typeface="Montserrat"/>
            </a:endParaRPr>
          </a:p>
        </p:txBody>
      </p:sp>
      <p:sp>
        <p:nvSpPr>
          <p:cNvPr id="402" name="Google Shape;402;p21"/>
          <p:cNvSpPr txBox="1"/>
          <p:nvPr/>
        </p:nvSpPr>
        <p:spPr>
          <a:xfrm>
            <a:off x="2753107" y="2379377"/>
            <a:ext cx="3352500" cy="384900"/>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2500"/>
              <a:buFont typeface="Arial"/>
              <a:buNone/>
            </a:pPr>
            <a:r>
              <a:rPr b="1" i="0" lang="es" sz="2500" u="none" cap="none" strike="noStrike">
                <a:solidFill>
                  <a:srgbClr val="131416"/>
                </a:solidFill>
                <a:latin typeface="Montserrat"/>
                <a:ea typeface="Montserrat"/>
                <a:cs typeface="Montserrat"/>
                <a:sym typeface="Montserrat"/>
              </a:rPr>
              <a:t>DUDAS</a:t>
            </a:r>
            <a:endParaRPr b="1" i="0" sz="700" u="none" cap="none" strike="noStrike">
              <a:solidFill>
                <a:srgbClr val="000000"/>
              </a:solidFill>
              <a:latin typeface="Montserrat"/>
              <a:ea typeface="Montserrat"/>
              <a:cs typeface="Montserrat"/>
              <a:sym typeface="Montserrat"/>
            </a:endParaRPr>
          </a:p>
        </p:txBody>
      </p:sp>
      <p:sp>
        <p:nvSpPr>
          <p:cNvPr id="403" name="Google Shape;403;p21"/>
          <p:cNvSpPr/>
          <p:nvPr/>
        </p:nvSpPr>
        <p:spPr>
          <a:xfrm>
            <a:off x="7765363" y="0"/>
            <a:ext cx="1378634" cy="1885485"/>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p:spPr>
      </p:sp>
      <p:sp>
        <p:nvSpPr>
          <p:cNvPr id="404" name="Google Shape;404;p21"/>
          <p:cNvSpPr txBox="1"/>
          <p:nvPr/>
        </p:nvSpPr>
        <p:spPr>
          <a:xfrm>
            <a:off x="1205549" y="3949868"/>
            <a:ext cx="6732900" cy="381600"/>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1000"/>
              <a:buFont typeface="Arial"/>
              <a:buNone/>
            </a:pPr>
            <a:r>
              <a:rPr b="1" i="0" lang="es" sz="1000" u="none" cap="none" strike="noStrike">
                <a:solidFill>
                  <a:srgbClr val="131416"/>
                </a:solidFill>
                <a:latin typeface="Montserrat"/>
                <a:ea typeface="Montserrat"/>
                <a:cs typeface="Montserrat"/>
                <a:sym typeface="Montserrat"/>
              </a:rPr>
              <a:t>RECUERDA QUE TENEMOS NUESTRO FORO SEMANAL DONDE PUEDES CONSULTAR CUALQUIER DUDA QUE TE SURJA EN LA SEMANA</a:t>
            </a:r>
            <a:endParaRPr b="1" i="0" sz="700" u="none" cap="none" strike="noStrike">
              <a:solidFill>
                <a:srgbClr val="000000"/>
              </a:solidFill>
              <a:latin typeface="Montserrat"/>
              <a:ea typeface="Montserrat"/>
              <a:cs typeface="Montserrat"/>
              <a:sym typeface="Montserrat"/>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