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10287000" cx="18288000"/>
  <p:notesSz cx="6858000" cy="9144000"/>
  <p:embeddedFontLst>
    <p:embeddedFont>
      <p:font typeface="Montserrat"/>
      <p:regular r:id="rId35"/>
      <p:bold r:id="rId36"/>
      <p:italic r:id="rId37"/>
      <p:boldItalic r:id="rId38"/>
    </p:embeddedFont>
    <p:embeddedFont>
      <p:font typeface="Pacifico"/>
      <p:regular r:id="rId39"/>
    </p:embeddedFont>
    <p:embeddedFont>
      <p:font typeface="Open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4" roundtripDataSignature="AMtx7min39+CStW9QVN3mkK2mcECjZPl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D20A573-6A8E-4846-95E5-3FF587854B25}">
  <a:tblStyle styleId="{4D20A573-6A8E-4846-95E5-3FF587854B2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regular.fntdata"/><Relationship Id="rId20" Type="http://schemas.openxmlformats.org/officeDocument/2006/relationships/slide" Target="slides/slide14.xml"/><Relationship Id="rId42" Type="http://schemas.openxmlformats.org/officeDocument/2006/relationships/font" Target="fonts/OpenSans-italic.fntdata"/><Relationship Id="rId41" Type="http://schemas.openxmlformats.org/officeDocument/2006/relationships/font" Target="fonts/OpenSans-bold.fntdata"/><Relationship Id="rId22" Type="http://schemas.openxmlformats.org/officeDocument/2006/relationships/slide" Target="slides/slide16.xml"/><Relationship Id="rId44" Type="http://customschemas.google.com/relationships/presentationmetadata" Target="metadata"/><Relationship Id="rId21" Type="http://schemas.openxmlformats.org/officeDocument/2006/relationships/slide" Target="slides/slide15.xml"/><Relationship Id="rId43" Type="http://schemas.openxmlformats.org/officeDocument/2006/relationships/font" Target="fonts/OpenSans-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Montserrat-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Montserrat-italic.fntdata"/><Relationship Id="rId14" Type="http://schemas.openxmlformats.org/officeDocument/2006/relationships/slide" Target="slides/slide8.xml"/><Relationship Id="rId36" Type="http://schemas.openxmlformats.org/officeDocument/2006/relationships/font" Target="fonts/Montserrat-bold.fntdata"/><Relationship Id="rId17" Type="http://schemas.openxmlformats.org/officeDocument/2006/relationships/slide" Target="slides/slide11.xml"/><Relationship Id="rId39" Type="http://schemas.openxmlformats.org/officeDocument/2006/relationships/font" Target="fonts/Pacifico-regular.fntdata"/><Relationship Id="rId16" Type="http://schemas.openxmlformats.org/officeDocument/2006/relationships/slide" Target="slides/slide10.xml"/><Relationship Id="rId38" Type="http://schemas.openxmlformats.org/officeDocument/2006/relationships/font" Target="fonts/Montserrat-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 name="Google Shape;19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6" name="Google Shape;20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4" name="Google Shape;27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1" name="Google Shape;28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4" name="Google Shape;33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2" name="Google Shape;34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0" name="Google Shape;35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1" name="Google Shape;36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1" name="Google Shape;37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9" name="Google Shape;379;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62d1a54d8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5" name="Google Shape;385;g362d1a54d8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3" name="Google Shape;393;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0" name="Google Shape;400;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7" name="Google Shape;40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4" name="Google Shape;414;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1" name="Google Shape;421;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8" name="Google Shape;428;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5" name="Google Shape;435;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1" name="Google Shape;441;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7" name="Google Shape;447;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3" name="Google Shape;453;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9" name="Google Shape;459;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5" name="Google Shape;465;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41"/>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Clr>
                <a:schemeClr val="accent1"/>
              </a:buClr>
              <a:buSzPts val="5600"/>
              <a:buFont typeface="Trebuchet MS"/>
              <a:buNone/>
              <a:defRPr/>
            </a:lvl1pPr>
            <a:lvl2pPr lvl="1" algn="l">
              <a:lnSpc>
                <a:spcPct val="100000"/>
              </a:lnSpc>
              <a:spcBef>
                <a:spcPts val="0"/>
              </a:spcBef>
              <a:spcAft>
                <a:spcPts val="0"/>
              </a:spcAft>
              <a:buClr>
                <a:schemeClr val="dk2"/>
              </a:buClr>
              <a:buSzPts val="5600"/>
              <a:buNone/>
              <a:defRPr/>
            </a:lvl2pPr>
            <a:lvl3pPr lvl="2" algn="l">
              <a:lnSpc>
                <a:spcPct val="100000"/>
              </a:lnSpc>
              <a:spcBef>
                <a:spcPts val="0"/>
              </a:spcBef>
              <a:spcAft>
                <a:spcPts val="0"/>
              </a:spcAft>
              <a:buClr>
                <a:schemeClr val="dk2"/>
              </a:buClr>
              <a:buSzPts val="5600"/>
              <a:buNone/>
              <a:defRPr/>
            </a:lvl3pPr>
            <a:lvl4pPr lvl="3" algn="l">
              <a:lnSpc>
                <a:spcPct val="100000"/>
              </a:lnSpc>
              <a:spcBef>
                <a:spcPts val="0"/>
              </a:spcBef>
              <a:spcAft>
                <a:spcPts val="0"/>
              </a:spcAft>
              <a:buClr>
                <a:schemeClr val="dk2"/>
              </a:buClr>
              <a:buSzPts val="5600"/>
              <a:buNone/>
              <a:defRPr/>
            </a:lvl4pPr>
            <a:lvl5pPr lvl="4" algn="l">
              <a:lnSpc>
                <a:spcPct val="100000"/>
              </a:lnSpc>
              <a:spcBef>
                <a:spcPts val="0"/>
              </a:spcBef>
              <a:spcAft>
                <a:spcPts val="0"/>
              </a:spcAft>
              <a:buClr>
                <a:schemeClr val="dk2"/>
              </a:buClr>
              <a:buSzPts val="5600"/>
              <a:buNone/>
              <a:defRPr/>
            </a:lvl5pPr>
            <a:lvl6pPr lvl="5" algn="l">
              <a:lnSpc>
                <a:spcPct val="100000"/>
              </a:lnSpc>
              <a:spcBef>
                <a:spcPts val="0"/>
              </a:spcBef>
              <a:spcAft>
                <a:spcPts val="0"/>
              </a:spcAft>
              <a:buClr>
                <a:schemeClr val="dk2"/>
              </a:buClr>
              <a:buSzPts val="5600"/>
              <a:buNone/>
              <a:defRPr/>
            </a:lvl6pPr>
            <a:lvl7pPr lvl="6" algn="l">
              <a:lnSpc>
                <a:spcPct val="100000"/>
              </a:lnSpc>
              <a:spcBef>
                <a:spcPts val="0"/>
              </a:spcBef>
              <a:spcAft>
                <a:spcPts val="0"/>
              </a:spcAft>
              <a:buClr>
                <a:schemeClr val="dk2"/>
              </a:buClr>
              <a:buSzPts val="5600"/>
              <a:buNone/>
              <a:defRPr/>
            </a:lvl7pPr>
            <a:lvl8pPr lvl="7" algn="l">
              <a:lnSpc>
                <a:spcPct val="100000"/>
              </a:lnSpc>
              <a:spcBef>
                <a:spcPts val="0"/>
              </a:spcBef>
              <a:spcAft>
                <a:spcPts val="0"/>
              </a:spcAft>
              <a:buClr>
                <a:schemeClr val="dk2"/>
              </a:buClr>
              <a:buSzPts val="5600"/>
              <a:buNone/>
              <a:defRPr/>
            </a:lvl8pPr>
            <a:lvl9pPr lvl="8" algn="l">
              <a:lnSpc>
                <a:spcPct val="100000"/>
              </a:lnSpc>
              <a:spcBef>
                <a:spcPts val="0"/>
              </a:spcBef>
              <a:spcAft>
                <a:spcPts val="0"/>
              </a:spcAft>
              <a:buClr>
                <a:schemeClr val="dk2"/>
              </a:buClr>
              <a:buSzPts val="5600"/>
              <a:buNone/>
              <a:defRPr/>
            </a:lvl9pPr>
          </a:lstStyle>
          <a:p/>
        </p:txBody>
      </p:sp>
      <p:sp>
        <p:nvSpPr>
          <p:cNvPr id="24" name="Google Shape;24;p41"/>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25" name="Google Shape;25;p41"/>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26" name="Shape 26"/>
        <p:cNvGrpSpPr/>
        <p:nvPr/>
      </p:nvGrpSpPr>
      <p:grpSpPr>
        <a:xfrm>
          <a:off x="0" y="0"/>
          <a:ext cx="0" cy="0"/>
          <a:chOff x="0" y="0"/>
          <a:chExt cx="0" cy="0"/>
        </a:xfrm>
      </p:grpSpPr>
      <p:sp>
        <p:nvSpPr>
          <p:cNvPr id="27" name="Google Shape;27;p42"/>
          <p:cNvSpPr txBox="1"/>
          <p:nvPr>
            <p:ph idx="10" type="dt"/>
          </p:nvPr>
        </p:nvSpPr>
        <p:spPr>
          <a:xfrm>
            <a:off x="10807700" y="9062044"/>
            <a:ext cx="1367909"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2"/>
          <p:cNvSpPr txBox="1"/>
          <p:nvPr>
            <p:ph idx="11" type="ftr"/>
          </p:nvPr>
        </p:nvSpPr>
        <p:spPr>
          <a:xfrm>
            <a:off x="1016001" y="9062044"/>
            <a:ext cx="9446418"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2"/>
          <p:cNvSpPr txBox="1"/>
          <p:nvPr>
            <p:ph idx="12" type="sldNum"/>
          </p:nvPr>
        </p:nvSpPr>
        <p:spPr>
          <a:xfrm>
            <a:off x="12885995" y="9062044"/>
            <a:ext cx="1025009"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1300"/>
              <a:buFont typeface="Trebuchet MS"/>
              <a:buNone/>
              <a:defRPr/>
            </a:lvl1pPr>
            <a:lvl2pPr indent="0" lvl="1" marL="0" algn="r">
              <a:spcBef>
                <a:spcPts val="0"/>
              </a:spcBef>
              <a:spcAft>
                <a:spcPts val="0"/>
              </a:spcAft>
              <a:buClr>
                <a:schemeClr val="accent1"/>
              </a:buClr>
              <a:buSzPts val="1300"/>
              <a:buFont typeface="Trebuchet MS"/>
              <a:buNone/>
              <a:defRPr/>
            </a:lvl2pPr>
            <a:lvl3pPr indent="0" lvl="2" marL="0" algn="r">
              <a:spcBef>
                <a:spcPts val="0"/>
              </a:spcBef>
              <a:spcAft>
                <a:spcPts val="0"/>
              </a:spcAft>
              <a:buClr>
                <a:schemeClr val="accent1"/>
              </a:buClr>
              <a:buSzPts val="1300"/>
              <a:buFont typeface="Trebuchet MS"/>
              <a:buNone/>
              <a:defRPr/>
            </a:lvl3pPr>
            <a:lvl4pPr indent="0" lvl="3" marL="0" algn="r">
              <a:spcBef>
                <a:spcPts val="0"/>
              </a:spcBef>
              <a:spcAft>
                <a:spcPts val="0"/>
              </a:spcAft>
              <a:buClr>
                <a:schemeClr val="accent1"/>
              </a:buClr>
              <a:buSzPts val="1300"/>
              <a:buFont typeface="Trebuchet MS"/>
              <a:buNone/>
              <a:defRPr/>
            </a:lvl4pPr>
            <a:lvl5pPr indent="0" lvl="4" marL="0" algn="r">
              <a:spcBef>
                <a:spcPts val="0"/>
              </a:spcBef>
              <a:spcAft>
                <a:spcPts val="0"/>
              </a:spcAft>
              <a:buClr>
                <a:schemeClr val="accent1"/>
              </a:buClr>
              <a:buSzPts val="1300"/>
              <a:buFont typeface="Trebuchet MS"/>
              <a:buNone/>
              <a:defRPr/>
            </a:lvl5pPr>
            <a:lvl6pPr indent="0" lvl="5" marL="0" algn="r">
              <a:spcBef>
                <a:spcPts val="0"/>
              </a:spcBef>
              <a:spcAft>
                <a:spcPts val="0"/>
              </a:spcAft>
              <a:buClr>
                <a:schemeClr val="accent1"/>
              </a:buClr>
              <a:buSzPts val="1300"/>
              <a:buFont typeface="Trebuchet MS"/>
              <a:buNone/>
              <a:defRPr/>
            </a:lvl6pPr>
            <a:lvl7pPr indent="0" lvl="6" marL="0" algn="r">
              <a:spcBef>
                <a:spcPts val="0"/>
              </a:spcBef>
              <a:spcAft>
                <a:spcPts val="0"/>
              </a:spcAft>
              <a:buClr>
                <a:schemeClr val="accent1"/>
              </a:buClr>
              <a:buSzPts val="1300"/>
              <a:buFont typeface="Trebuchet MS"/>
              <a:buNone/>
              <a:defRPr/>
            </a:lvl7pPr>
            <a:lvl8pPr indent="0" lvl="7" marL="0" algn="r">
              <a:spcBef>
                <a:spcPts val="0"/>
              </a:spcBef>
              <a:spcAft>
                <a:spcPts val="0"/>
              </a:spcAft>
              <a:buClr>
                <a:schemeClr val="accent1"/>
              </a:buClr>
              <a:buSzPts val="1300"/>
              <a:buFont typeface="Trebuchet MS"/>
              <a:buNone/>
              <a:defRPr/>
            </a:lvl8pPr>
            <a:lvl9pPr indent="0" lvl="8" marL="0" algn="r">
              <a:spcBef>
                <a:spcPts val="0"/>
              </a:spcBef>
              <a:spcAft>
                <a:spcPts val="0"/>
              </a:spcAft>
              <a:buClr>
                <a:schemeClr val="accent1"/>
              </a:buClr>
              <a:buSzPts val="13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spTree>
      <p:nvGrpSpPr>
        <p:cNvPr id="30" name="Shape 30"/>
        <p:cNvGrpSpPr/>
        <p:nvPr/>
      </p:nvGrpSpPr>
      <p:grpSpPr>
        <a:xfrm>
          <a:off x="0" y="0"/>
          <a:ext cx="0" cy="0"/>
          <a:chOff x="0" y="0"/>
          <a:chExt cx="0" cy="0"/>
        </a:xfrm>
      </p:grpSpPr>
      <p:grpSp>
        <p:nvGrpSpPr>
          <p:cNvPr id="31" name="Google Shape;31;p43"/>
          <p:cNvGrpSpPr/>
          <p:nvPr/>
        </p:nvGrpSpPr>
        <p:grpSpPr>
          <a:xfrm>
            <a:off x="0" y="-12700"/>
            <a:ext cx="18288000" cy="10299701"/>
            <a:chOff x="0" y="-8467"/>
            <a:chExt cx="12192000" cy="6866467"/>
          </a:xfrm>
        </p:grpSpPr>
        <p:cxnSp>
          <p:nvCxnSpPr>
            <p:cNvPr id="32" name="Google Shape;32;p43"/>
            <p:cNvCxnSpPr/>
            <p:nvPr/>
          </p:nvCxnSpPr>
          <p:spPr>
            <a:xfrm>
              <a:off x="9371012" y="0"/>
              <a:ext cx="1219200" cy="6858000"/>
            </a:xfrm>
            <a:prstGeom prst="straightConnector1">
              <a:avLst/>
            </a:prstGeom>
            <a:noFill/>
            <a:ln cap="flat" cmpd="sng" w="9525">
              <a:solidFill>
                <a:srgbClr val="BFBFBF"/>
              </a:solidFill>
              <a:prstDash val="solid"/>
              <a:round/>
              <a:headEnd len="sm" w="sm" type="none"/>
              <a:tailEnd len="sm" w="sm" type="none"/>
            </a:ln>
          </p:spPr>
        </p:cxnSp>
        <p:cxnSp>
          <p:nvCxnSpPr>
            <p:cNvPr id="33" name="Google Shape;33;p43"/>
            <p:cNvCxnSpPr/>
            <p:nvPr/>
          </p:nvCxnSpPr>
          <p:spPr>
            <a:xfrm flipH="1">
              <a:off x="7425267" y="3681413"/>
              <a:ext cx="4763558" cy="3176587"/>
            </a:xfrm>
            <a:prstGeom prst="straightConnector1">
              <a:avLst/>
            </a:prstGeom>
            <a:noFill/>
            <a:ln cap="flat" cmpd="sng" w="9525">
              <a:solidFill>
                <a:srgbClr val="D8D8D8"/>
              </a:solidFill>
              <a:prstDash val="solid"/>
              <a:round/>
              <a:headEnd len="sm" w="sm" type="none"/>
              <a:tailEnd len="sm" w="sm" type="none"/>
            </a:ln>
          </p:spPr>
        </p:cxnSp>
        <p:sp>
          <p:nvSpPr>
            <p:cNvPr id="34" name="Google Shape;34;p43"/>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0196"/>
              </a:schemeClr>
            </a:solidFill>
            <a:ln>
              <a:noFill/>
            </a:ln>
          </p:spPr>
        </p:sp>
        <p:sp>
          <p:nvSpPr>
            <p:cNvPr id="35" name="Google Shape;35;p43"/>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36" name="Google Shape;36;p43"/>
            <p:cNvSpPr/>
            <p:nvPr/>
          </p:nvSpPr>
          <p:spPr>
            <a:xfrm>
              <a:off x="8932333" y="3048000"/>
              <a:ext cx="3259667" cy="3810000"/>
            </a:xfrm>
            <a:prstGeom prst="triangle">
              <a:avLst>
                <a:gd fmla="val 100000" name="adj"/>
              </a:avLst>
            </a:prstGeom>
            <a:solidFill>
              <a:schemeClr val="accent2">
                <a:alpha val="7215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3"/>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3F7818">
                <a:alpha val="70196"/>
              </a:srgbClr>
            </a:solidFill>
            <a:ln>
              <a:noFill/>
            </a:ln>
          </p:spPr>
        </p:sp>
        <p:sp>
          <p:nvSpPr>
            <p:cNvPr id="38" name="Google Shape;38;p43"/>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BFE471">
                <a:alpha val="70196"/>
              </a:srgbClr>
            </a:solidFill>
            <a:ln>
              <a:noFill/>
            </a:ln>
          </p:spPr>
        </p:sp>
        <p:sp>
          <p:nvSpPr>
            <p:cNvPr id="39" name="Google Shape;39;p43"/>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5098"/>
              </a:schemeClr>
            </a:solidFill>
            <a:ln>
              <a:noFill/>
            </a:ln>
          </p:spPr>
        </p:sp>
        <p:sp>
          <p:nvSpPr>
            <p:cNvPr id="40" name="Google Shape;40;p43"/>
            <p:cNvSpPr/>
            <p:nvPr/>
          </p:nvSpPr>
          <p:spPr>
            <a:xfrm>
              <a:off x="10371666" y="3589867"/>
              <a:ext cx="1817159" cy="3268133"/>
            </a:xfrm>
            <a:prstGeom prst="triangle">
              <a:avLst>
                <a:gd fmla="val 100000" name="adj"/>
              </a:avLst>
            </a:pr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3"/>
            <p:cNvSpPr/>
            <p:nvPr/>
          </p:nvSpPr>
          <p:spPr>
            <a:xfrm rot="10800000">
              <a:off x="0" y="0"/>
              <a:ext cx="842596" cy="5666154"/>
            </a:xfrm>
            <a:prstGeom prst="triangle">
              <a:avLst>
                <a:gd fmla="val 100000" name="adj"/>
              </a:avLst>
            </a:prstGeom>
            <a:solidFill>
              <a:schemeClr val="accent1">
                <a:alpha val="85098"/>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 name="Google Shape;42;p43"/>
          <p:cNvSpPr txBox="1"/>
          <p:nvPr>
            <p:ph type="ctrTitle"/>
          </p:nvPr>
        </p:nvSpPr>
        <p:spPr>
          <a:xfrm>
            <a:off x="2260601" y="3606801"/>
            <a:ext cx="11650404" cy="2469453"/>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8100"/>
              <a:buFont typeface="Trebuchet MS"/>
              <a:buNone/>
              <a:defRPr sz="81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3"/>
          <p:cNvSpPr txBox="1"/>
          <p:nvPr>
            <p:ph idx="1" type="subTitle"/>
          </p:nvPr>
        </p:nvSpPr>
        <p:spPr>
          <a:xfrm>
            <a:off x="2260601" y="6076250"/>
            <a:ext cx="11650404" cy="1645349"/>
          </a:xfrm>
          <a:prstGeom prst="rect">
            <a:avLst/>
          </a:prstGeom>
          <a:noFill/>
          <a:ln>
            <a:noFill/>
          </a:ln>
        </p:spPr>
        <p:txBody>
          <a:bodyPr anchorCtr="0" anchor="t" bIns="45700" lIns="91425" spcFirstLastPara="1" rIns="91425" wrap="square" tIns="45700">
            <a:normAutofit/>
          </a:bodyPr>
          <a:lstStyle>
            <a:lvl1pPr lvl="0" algn="r">
              <a:spcBef>
                <a:spcPts val="1500"/>
              </a:spcBef>
              <a:spcAft>
                <a:spcPts val="0"/>
              </a:spcAft>
              <a:buSzPts val="2160"/>
              <a:buNone/>
              <a:defRPr>
                <a:solidFill>
                  <a:srgbClr val="7F7F7F"/>
                </a:solidFill>
              </a:defRPr>
            </a:lvl1pPr>
            <a:lvl2pPr lvl="1" algn="ctr">
              <a:spcBef>
                <a:spcPts val="1500"/>
              </a:spcBef>
              <a:spcAft>
                <a:spcPts val="0"/>
              </a:spcAft>
              <a:buSzPts val="1920"/>
              <a:buNone/>
              <a:defRPr>
                <a:solidFill>
                  <a:srgbClr val="888888"/>
                </a:solidFill>
              </a:defRPr>
            </a:lvl2pPr>
            <a:lvl3pPr lvl="2" algn="ctr">
              <a:spcBef>
                <a:spcPts val="1500"/>
              </a:spcBef>
              <a:spcAft>
                <a:spcPts val="0"/>
              </a:spcAft>
              <a:buSzPts val="1680"/>
              <a:buNone/>
              <a:defRPr>
                <a:solidFill>
                  <a:srgbClr val="888888"/>
                </a:solidFill>
              </a:defRPr>
            </a:lvl3pPr>
            <a:lvl4pPr lvl="3" algn="ctr">
              <a:spcBef>
                <a:spcPts val="1500"/>
              </a:spcBef>
              <a:spcAft>
                <a:spcPts val="0"/>
              </a:spcAft>
              <a:buSzPts val="1440"/>
              <a:buNone/>
              <a:defRPr>
                <a:solidFill>
                  <a:srgbClr val="888888"/>
                </a:solidFill>
              </a:defRPr>
            </a:lvl4pPr>
            <a:lvl5pPr lvl="4" algn="ctr">
              <a:spcBef>
                <a:spcPts val="1500"/>
              </a:spcBef>
              <a:spcAft>
                <a:spcPts val="0"/>
              </a:spcAft>
              <a:buSzPts val="1440"/>
              <a:buNone/>
              <a:defRPr>
                <a:solidFill>
                  <a:srgbClr val="888888"/>
                </a:solidFill>
              </a:defRPr>
            </a:lvl5pPr>
            <a:lvl6pPr lvl="5" algn="ctr">
              <a:spcBef>
                <a:spcPts val="1500"/>
              </a:spcBef>
              <a:spcAft>
                <a:spcPts val="0"/>
              </a:spcAft>
              <a:buSzPts val="1440"/>
              <a:buNone/>
              <a:defRPr>
                <a:solidFill>
                  <a:srgbClr val="888888"/>
                </a:solidFill>
              </a:defRPr>
            </a:lvl6pPr>
            <a:lvl7pPr lvl="6" algn="ctr">
              <a:spcBef>
                <a:spcPts val="1500"/>
              </a:spcBef>
              <a:spcAft>
                <a:spcPts val="0"/>
              </a:spcAft>
              <a:buSzPts val="1440"/>
              <a:buNone/>
              <a:defRPr>
                <a:solidFill>
                  <a:srgbClr val="888888"/>
                </a:solidFill>
              </a:defRPr>
            </a:lvl7pPr>
            <a:lvl8pPr lvl="7" algn="ctr">
              <a:spcBef>
                <a:spcPts val="1500"/>
              </a:spcBef>
              <a:spcAft>
                <a:spcPts val="0"/>
              </a:spcAft>
              <a:buSzPts val="1440"/>
              <a:buNone/>
              <a:defRPr>
                <a:solidFill>
                  <a:srgbClr val="888888"/>
                </a:solidFill>
              </a:defRPr>
            </a:lvl8pPr>
            <a:lvl9pPr lvl="8" algn="ctr">
              <a:spcBef>
                <a:spcPts val="1500"/>
              </a:spcBef>
              <a:spcAft>
                <a:spcPts val="0"/>
              </a:spcAft>
              <a:buSzPts val="1440"/>
              <a:buNone/>
              <a:defRPr>
                <a:solidFill>
                  <a:srgbClr val="888888"/>
                </a:solidFill>
              </a:defRPr>
            </a:lvl9pPr>
          </a:lstStyle>
          <a:p/>
        </p:txBody>
      </p:sp>
      <p:sp>
        <p:nvSpPr>
          <p:cNvPr id="44" name="Google Shape;44;p43"/>
          <p:cNvSpPr txBox="1"/>
          <p:nvPr>
            <p:ph idx="10" type="dt"/>
          </p:nvPr>
        </p:nvSpPr>
        <p:spPr>
          <a:xfrm>
            <a:off x="10807700" y="9062044"/>
            <a:ext cx="1367909"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3"/>
          <p:cNvSpPr txBox="1"/>
          <p:nvPr>
            <p:ph idx="11" type="ftr"/>
          </p:nvPr>
        </p:nvSpPr>
        <p:spPr>
          <a:xfrm>
            <a:off x="1016001" y="9062044"/>
            <a:ext cx="9446418"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3"/>
          <p:cNvSpPr txBox="1"/>
          <p:nvPr>
            <p:ph idx="12" type="sldNum"/>
          </p:nvPr>
        </p:nvSpPr>
        <p:spPr>
          <a:xfrm>
            <a:off x="12885995" y="9062044"/>
            <a:ext cx="1025009"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1300"/>
              <a:buFont typeface="Trebuchet MS"/>
              <a:buNone/>
              <a:defRPr/>
            </a:lvl1pPr>
            <a:lvl2pPr indent="0" lvl="1" marL="0" algn="r">
              <a:spcBef>
                <a:spcPts val="0"/>
              </a:spcBef>
              <a:spcAft>
                <a:spcPts val="0"/>
              </a:spcAft>
              <a:buClr>
                <a:schemeClr val="accent1"/>
              </a:buClr>
              <a:buSzPts val="1300"/>
              <a:buFont typeface="Trebuchet MS"/>
              <a:buNone/>
              <a:defRPr/>
            </a:lvl2pPr>
            <a:lvl3pPr indent="0" lvl="2" marL="0" algn="r">
              <a:spcBef>
                <a:spcPts val="0"/>
              </a:spcBef>
              <a:spcAft>
                <a:spcPts val="0"/>
              </a:spcAft>
              <a:buClr>
                <a:schemeClr val="accent1"/>
              </a:buClr>
              <a:buSzPts val="1300"/>
              <a:buFont typeface="Trebuchet MS"/>
              <a:buNone/>
              <a:defRPr/>
            </a:lvl3pPr>
            <a:lvl4pPr indent="0" lvl="3" marL="0" algn="r">
              <a:spcBef>
                <a:spcPts val="0"/>
              </a:spcBef>
              <a:spcAft>
                <a:spcPts val="0"/>
              </a:spcAft>
              <a:buClr>
                <a:schemeClr val="accent1"/>
              </a:buClr>
              <a:buSzPts val="1300"/>
              <a:buFont typeface="Trebuchet MS"/>
              <a:buNone/>
              <a:defRPr/>
            </a:lvl4pPr>
            <a:lvl5pPr indent="0" lvl="4" marL="0" algn="r">
              <a:spcBef>
                <a:spcPts val="0"/>
              </a:spcBef>
              <a:spcAft>
                <a:spcPts val="0"/>
              </a:spcAft>
              <a:buClr>
                <a:schemeClr val="accent1"/>
              </a:buClr>
              <a:buSzPts val="1300"/>
              <a:buFont typeface="Trebuchet MS"/>
              <a:buNone/>
              <a:defRPr/>
            </a:lvl5pPr>
            <a:lvl6pPr indent="0" lvl="5" marL="0" algn="r">
              <a:spcBef>
                <a:spcPts val="0"/>
              </a:spcBef>
              <a:spcAft>
                <a:spcPts val="0"/>
              </a:spcAft>
              <a:buClr>
                <a:schemeClr val="accent1"/>
              </a:buClr>
              <a:buSzPts val="1300"/>
              <a:buFont typeface="Trebuchet MS"/>
              <a:buNone/>
              <a:defRPr/>
            </a:lvl6pPr>
            <a:lvl7pPr indent="0" lvl="6" marL="0" algn="r">
              <a:spcBef>
                <a:spcPts val="0"/>
              </a:spcBef>
              <a:spcAft>
                <a:spcPts val="0"/>
              </a:spcAft>
              <a:buClr>
                <a:schemeClr val="accent1"/>
              </a:buClr>
              <a:buSzPts val="1300"/>
              <a:buFont typeface="Trebuchet MS"/>
              <a:buNone/>
              <a:defRPr/>
            </a:lvl7pPr>
            <a:lvl8pPr indent="0" lvl="7" marL="0" algn="r">
              <a:spcBef>
                <a:spcPts val="0"/>
              </a:spcBef>
              <a:spcAft>
                <a:spcPts val="0"/>
              </a:spcAft>
              <a:buClr>
                <a:schemeClr val="accent1"/>
              </a:buClr>
              <a:buSzPts val="1300"/>
              <a:buFont typeface="Trebuchet MS"/>
              <a:buNone/>
              <a:defRPr/>
            </a:lvl8pPr>
            <a:lvl9pPr indent="0" lvl="8" marL="0" algn="r">
              <a:spcBef>
                <a:spcPts val="0"/>
              </a:spcBef>
              <a:spcAft>
                <a:spcPts val="0"/>
              </a:spcAft>
              <a:buClr>
                <a:schemeClr val="accent1"/>
              </a:buClr>
              <a:buSzPts val="13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47" name="Shape 47"/>
        <p:cNvGrpSpPr/>
        <p:nvPr/>
      </p:nvGrpSpPr>
      <p:grpSpPr>
        <a:xfrm>
          <a:off x="0" y="0"/>
          <a:ext cx="0" cy="0"/>
          <a:chOff x="0" y="0"/>
          <a:chExt cx="0" cy="0"/>
        </a:xfrm>
      </p:grpSpPr>
      <p:sp>
        <p:nvSpPr>
          <p:cNvPr id="48" name="Google Shape;48;p44"/>
          <p:cNvSpPr txBox="1"/>
          <p:nvPr>
            <p:ph type="title"/>
          </p:nvPr>
        </p:nvSpPr>
        <p:spPr>
          <a:xfrm>
            <a:off x="1016001" y="914400"/>
            <a:ext cx="12895002" cy="19812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5400"/>
              <a:buFont typeface="Trebuchet MS"/>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4"/>
          <p:cNvSpPr txBox="1"/>
          <p:nvPr>
            <p:ph idx="1" type="body"/>
          </p:nvPr>
        </p:nvSpPr>
        <p:spPr>
          <a:xfrm>
            <a:off x="1016001" y="3240884"/>
            <a:ext cx="12895002" cy="5821160"/>
          </a:xfrm>
          <a:prstGeom prst="rect">
            <a:avLst/>
          </a:prstGeom>
          <a:noFill/>
          <a:ln>
            <a:noFill/>
          </a:ln>
        </p:spPr>
        <p:txBody>
          <a:bodyPr anchorCtr="0" anchor="t" bIns="45700" lIns="91425" spcFirstLastPara="1" rIns="91425" wrap="square" tIns="45700">
            <a:normAutofit/>
          </a:bodyPr>
          <a:lstStyle>
            <a:lvl1pPr indent="-320040" lvl="0" marL="457200" algn="l">
              <a:spcBef>
                <a:spcPts val="1500"/>
              </a:spcBef>
              <a:spcAft>
                <a:spcPts val="0"/>
              </a:spcAft>
              <a:buSzPts val="1440"/>
              <a:buChar char="►"/>
              <a:defRPr/>
            </a:lvl1pPr>
            <a:lvl2pPr indent="-320040" lvl="1" marL="914400" algn="l">
              <a:spcBef>
                <a:spcPts val="1500"/>
              </a:spcBef>
              <a:spcAft>
                <a:spcPts val="0"/>
              </a:spcAft>
              <a:buSzPts val="1440"/>
              <a:buChar char="►"/>
              <a:defRPr/>
            </a:lvl2pPr>
            <a:lvl3pPr indent="-320040" lvl="2" marL="1371600" algn="l">
              <a:spcBef>
                <a:spcPts val="1500"/>
              </a:spcBef>
              <a:spcAft>
                <a:spcPts val="0"/>
              </a:spcAft>
              <a:buSzPts val="1440"/>
              <a:buChar char="►"/>
              <a:defRPr/>
            </a:lvl3pPr>
            <a:lvl4pPr indent="-320040" lvl="3" marL="1828800" algn="l">
              <a:spcBef>
                <a:spcPts val="1500"/>
              </a:spcBef>
              <a:spcAft>
                <a:spcPts val="0"/>
              </a:spcAft>
              <a:buSzPts val="1440"/>
              <a:buChar char="►"/>
              <a:defRPr/>
            </a:lvl4pPr>
            <a:lvl5pPr indent="-320040" lvl="4" marL="2286000" algn="l">
              <a:spcBef>
                <a:spcPts val="1500"/>
              </a:spcBef>
              <a:spcAft>
                <a:spcPts val="0"/>
              </a:spcAft>
              <a:buSzPts val="1440"/>
              <a:buChar char="►"/>
              <a:defRPr/>
            </a:lvl5pPr>
            <a:lvl6pPr indent="-320040" lvl="5" marL="2743200" algn="l">
              <a:spcBef>
                <a:spcPts val="1500"/>
              </a:spcBef>
              <a:spcAft>
                <a:spcPts val="0"/>
              </a:spcAft>
              <a:buSzPts val="1440"/>
              <a:buChar char="►"/>
              <a:defRPr/>
            </a:lvl6pPr>
            <a:lvl7pPr indent="-320040" lvl="6" marL="3200400" algn="l">
              <a:spcBef>
                <a:spcPts val="1500"/>
              </a:spcBef>
              <a:spcAft>
                <a:spcPts val="0"/>
              </a:spcAft>
              <a:buSzPts val="1440"/>
              <a:buChar char="►"/>
              <a:defRPr/>
            </a:lvl7pPr>
            <a:lvl8pPr indent="-320040" lvl="7" marL="3657600" algn="l">
              <a:spcBef>
                <a:spcPts val="1500"/>
              </a:spcBef>
              <a:spcAft>
                <a:spcPts val="0"/>
              </a:spcAft>
              <a:buSzPts val="1440"/>
              <a:buChar char="►"/>
              <a:defRPr/>
            </a:lvl8pPr>
            <a:lvl9pPr indent="-320040" lvl="8" marL="4114800" algn="l">
              <a:spcBef>
                <a:spcPts val="1500"/>
              </a:spcBef>
              <a:spcAft>
                <a:spcPts val="0"/>
              </a:spcAft>
              <a:buSzPts val="1440"/>
              <a:buChar char="►"/>
              <a:defRPr/>
            </a:lvl9pPr>
          </a:lstStyle>
          <a:p/>
        </p:txBody>
      </p:sp>
      <p:sp>
        <p:nvSpPr>
          <p:cNvPr id="50" name="Google Shape;50;p44"/>
          <p:cNvSpPr txBox="1"/>
          <p:nvPr>
            <p:ph idx="10" type="dt"/>
          </p:nvPr>
        </p:nvSpPr>
        <p:spPr>
          <a:xfrm>
            <a:off x="10807700" y="9062044"/>
            <a:ext cx="1367909"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4"/>
          <p:cNvSpPr txBox="1"/>
          <p:nvPr>
            <p:ph idx="11" type="ftr"/>
          </p:nvPr>
        </p:nvSpPr>
        <p:spPr>
          <a:xfrm>
            <a:off x="1016001" y="9062044"/>
            <a:ext cx="9446418"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4"/>
          <p:cNvSpPr txBox="1"/>
          <p:nvPr>
            <p:ph idx="12" type="sldNum"/>
          </p:nvPr>
        </p:nvSpPr>
        <p:spPr>
          <a:xfrm>
            <a:off x="12885995" y="9062044"/>
            <a:ext cx="1025009"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1300"/>
              <a:buFont typeface="Trebuchet MS"/>
              <a:buNone/>
              <a:defRPr/>
            </a:lvl1pPr>
            <a:lvl2pPr indent="0" lvl="1" marL="0" algn="r">
              <a:spcBef>
                <a:spcPts val="0"/>
              </a:spcBef>
              <a:spcAft>
                <a:spcPts val="0"/>
              </a:spcAft>
              <a:buClr>
                <a:schemeClr val="accent1"/>
              </a:buClr>
              <a:buSzPts val="1300"/>
              <a:buFont typeface="Trebuchet MS"/>
              <a:buNone/>
              <a:defRPr/>
            </a:lvl2pPr>
            <a:lvl3pPr indent="0" lvl="2" marL="0" algn="r">
              <a:spcBef>
                <a:spcPts val="0"/>
              </a:spcBef>
              <a:spcAft>
                <a:spcPts val="0"/>
              </a:spcAft>
              <a:buClr>
                <a:schemeClr val="accent1"/>
              </a:buClr>
              <a:buSzPts val="1300"/>
              <a:buFont typeface="Trebuchet MS"/>
              <a:buNone/>
              <a:defRPr/>
            </a:lvl3pPr>
            <a:lvl4pPr indent="0" lvl="3" marL="0" algn="r">
              <a:spcBef>
                <a:spcPts val="0"/>
              </a:spcBef>
              <a:spcAft>
                <a:spcPts val="0"/>
              </a:spcAft>
              <a:buClr>
                <a:schemeClr val="accent1"/>
              </a:buClr>
              <a:buSzPts val="1300"/>
              <a:buFont typeface="Trebuchet MS"/>
              <a:buNone/>
              <a:defRPr/>
            </a:lvl4pPr>
            <a:lvl5pPr indent="0" lvl="4" marL="0" algn="r">
              <a:spcBef>
                <a:spcPts val="0"/>
              </a:spcBef>
              <a:spcAft>
                <a:spcPts val="0"/>
              </a:spcAft>
              <a:buClr>
                <a:schemeClr val="accent1"/>
              </a:buClr>
              <a:buSzPts val="1300"/>
              <a:buFont typeface="Trebuchet MS"/>
              <a:buNone/>
              <a:defRPr/>
            </a:lvl5pPr>
            <a:lvl6pPr indent="0" lvl="5" marL="0" algn="r">
              <a:spcBef>
                <a:spcPts val="0"/>
              </a:spcBef>
              <a:spcAft>
                <a:spcPts val="0"/>
              </a:spcAft>
              <a:buClr>
                <a:schemeClr val="accent1"/>
              </a:buClr>
              <a:buSzPts val="1300"/>
              <a:buFont typeface="Trebuchet MS"/>
              <a:buNone/>
              <a:defRPr/>
            </a:lvl6pPr>
            <a:lvl7pPr indent="0" lvl="6" marL="0" algn="r">
              <a:spcBef>
                <a:spcPts val="0"/>
              </a:spcBef>
              <a:spcAft>
                <a:spcPts val="0"/>
              </a:spcAft>
              <a:buClr>
                <a:schemeClr val="accent1"/>
              </a:buClr>
              <a:buSzPts val="1300"/>
              <a:buFont typeface="Trebuchet MS"/>
              <a:buNone/>
              <a:defRPr/>
            </a:lvl7pPr>
            <a:lvl8pPr indent="0" lvl="7" marL="0" algn="r">
              <a:spcBef>
                <a:spcPts val="0"/>
              </a:spcBef>
              <a:spcAft>
                <a:spcPts val="0"/>
              </a:spcAft>
              <a:buClr>
                <a:schemeClr val="accent1"/>
              </a:buClr>
              <a:buSzPts val="1300"/>
              <a:buFont typeface="Trebuchet MS"/>
              <a:buNone/>
              <a:defRPr/>
            </a:lvl8pPr>
            <a:lvl9pPr indent="0" lvl="8" marL="0" algn="r">
              <a:spcBef>
                <a:spcPts val="0"/>
              </a:spcBef>
              <a:spcAft>
                <a:spcPts val="0"/>
              </a:spcAft>
              <a:buClr>
                <a:schemeClr val="accent1"/>
              </a:buClr>
              <a:buSzPts val="13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53" name="Shape 53"/>
        <p:cNvGrpSpPr/>
        <p:nvPr/>
      </p:nvGrpSpPr>
      <p:grpSpPr>
        <a:xfrm>
          <a:off x="0" y="0"/>
          <a:ext cx="0" cy="0"/>
          <a:chOff x="0" y="0"/>
          <a:chExt cx="0" cy="0"/>
        </a:xfrm>
      </p:grpSpPr>
      <p:sp>
        <p:nvSpPr>
          <p:cNvPr id="54" name="Google Shape;54;p45"/>
          <p:cNvSpPr txBox="1"/>
          <p:nvPr>
            <p:ph type="title"/>
          </p:nvPr>
        </p:nvSpPr>
        <p:spPr>
          <a:xfrm>
            <a:off x="1016003" y="4051301"/>
            <a:ext cx="12895002" cy="273987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6000"/>
              <a:buFont typeface="Trebuchet MS"/>
              <a:buNone/>
              <a:defRPr b="0" sz="6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45"/>
          <p:cNvSpPr txBox="1"/>
          <p:nvPr>
            <p:ph idx="1" type="body"/>
          </p:nvPr>
        </p:nvSpPr>
        <p:spPr>
          <a:xfrm>
            <a:off x="1016003" y="6791172"/>
            <a:ext cx="12895002" cy="1290600"/>
          </a:xfrm>
          <a:prstGeom prst="rect">
            <a:avLst/>
          </a:prstGeom>
          <a:noFill/>
          <a:ln>
            <a:noFill/>
          </a:ln>
        </p:spPr>
        <p:txBody>
          <a:bodyPr anchorCtr="0" anchor="t" bIns="45700" lIns="91425" spcFirstLastPara="1" rIns="91425" wrap="square" tIns="45700">
            <a:normAutofit/>
          </a:bodyPr>
          <a:lstStyle>
            <a:lvl1pPr indent="-228600" lvl="0" marL="457200" algn="l">
              <a:spcBef>
                <a:spcPts val="1500"/>
              </a:spcBef>
              <a:spcAft>
                <a:spcPts val="0"/>
              </a:spcAft>
              <a:buSzPts val="2400"/>
              <a:buNone/>
              <a:defRPr sz="3000">
                <a:solidFill>
                  <a:srgbClr val="7F7F7F"/>
                </a:solidFill>
              </a:defRPr>
            </a:lvl1pPr>
            <a:lvl2pPr indent="-228600" lvl="1" marL="914400" algn="l">
              <a:spcBef>
                <a:spcPts val="1500"/>
              </a:spcBef>
              <a:spcAft>
                <a:spcPts val="0"/>
              </a:spcAft>
              <a:buSzPts val="2160"/>
              <a:buNone/>
              <a:defRPr sz="2700">
                <a:solidFill>
                  <a:srgbClr val="888888"/>
                </a:solidFill>
              </a:defRPr>
            </a:lvl2pPr>
            <a:lvl3pPr indent="-228600" lvl="2" marL="1371600" algn="l">
              <a:spcBef>
                <a:spcPts val="1500"/>
              </a:spcBef>
              <a:spcAft>
                <a:spcPts val="0"/>
              </a:spcAft>
              <a:buSzPts val="1920"/>
              <a:buNone/>
              <a:defRPr sz="2400">
                <a:solidFill>
                  <a:srgbClr val="888888"/>
                </a:solidFill>
              </a:defRPr>
            </a:lvl3pPr>
            <a:lvl4pPr indent="-228600" lvl="3" marL="1828800" algn="l">
              <a:spcBef>
                <a:spcPts val="1500"/>
              </a:spcBef>
              <a:spcAft>
                <a:spcPts val="0"/>
              </a:spcAft>
              <a:buSzPts val="1680"/>
              <a:buNone/>
              <a:defRPr sz="2100">
                <a:solidFill>
                  <a:srgbClr val="888888"/>
                </a:solidFill>
              </a:defRPr>
            </a:lvl4pPr>
            <a:lvl5pPr indent="-228600" lvl="4" marL="2286000" algn="l">
              <a:spcBef>
                <a:spcPts val="1500"/>
              </a:spcBef>
              <a:spcAft>
                <a:spcPts val="0"/>
              </a:spcAft>
              <a:buSzPts val="1680"/>
              <a:buNone/>
              <a:defRPr sz="2100">
                <a:solidFill>
                  <a:srgbClr val="888888"/>
                </a:solidFill>
              </a:defRPr>
            </a:lvl5pPr>
            <a:lvl6pPr indent="-228600" lvl="5" marL="2743200" algn="l">
              <a:spcBef>
                <a:spcPts val="1500"/>
              </a:spcBef>
              <a:spcAft>
                <a:spcPts val="0"/>
              </a:spcAft>
              <a:buSzPts val="1680"/>
              <a:buNone/>
              <a:defRPr sz="2100">
                <a:solidFill>
                  <a:srgbClr val="888888"/>
                </a:solidFill>
              </a:defRPr>
            </a:lvl6pPr>
            <a:lvl7pPr indent="-228600" lvl="6" marL="3200400" algn="l">
              <a:spcBef>
                <a:spcPts val="1500"/>
              </a:spcBef>
              <a:spcAft>
                <a:spcPts val="0"/>
              </a:spcAft>
              <a:buSzPts val="1680"/>
              <a:buNone/>
              <a:defRPr sz="2100">
                <a:solidFill>
                  <a:srgbClr val="888888"/>
                </a:solidFill>
              </a:defRPr>
            </a:lvl7pPr>
            <a:lvl8pPr indent="-228600" lvl="7" marL="3657600" algn="l">
              <a:spcBef>
                <a:spcPts val="1500"/>
              </a:spcBef>
              <a:spcAft>
                <a:spcPts val="0"/>
              </a:spcAft>
              <a:buSzPts val="1680"/>
              <a:buNone/>
              <a:defRPr sz="2100">
                <a:solidFill>
                  <a:srgbClr val="888888"/>
                </a:solidFill>
              </a:defRPr>
            </a:lvl8pPr>
            <a:lvl9pPr indent="-228600" lvl="8" marL="4114800" algn="l">
              <a:spcBef>
                <a:spcPts val="1500"/>
              </a:spcBef>
              <a:spcAft>
                <a:spcPts val="0"/>
              </a:spcAft>
              <a:buSzPts val="1680"/>
              <a:buNone/>
              <a:defRPr sz="2100">
                <a:solidFill>
                  <a:srgbClr val="888888"/>
                </a:solidFill>
              </a:defRPr>
            </a:lvl9pPr>
          </a:lstStyle>
          <a:p/>
        </p:txBody>
      </p:sp>
      <p:sp>
        <p:nvSpPr>
          <p:cNvPr id="56" name="Google Shape;56;p45"/>
          <p:cNvSpPr txBox="1"/>
          <p:nvPr>
            <p:ph idx="10" type="dt"/>
          </p:nvPr>
        </p:nvSpPr>
        <p:spPr>
          <a:xfrm>
            <a:off x="10807700" y="9062044"/>
            <a:ext cx="1367909"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5"/>
          <p:cNvSpPr txBox="1"/>
          <p:nvPr>
            <p:ph idx="11" type="ftr"/>
          </p:nvPr>
        </p:nvSpPr>
        <p:spPr>
          <a:xfrm>
            <a:off x="1016001" y="9062044"/>
            <a:ext cx="9446418"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5"/>
          <p:cNvSpPr txBox="1"/>
          <p:nvPr>
            <p:ph idx="12" type="sldNum"/>
          </p:nvPr>
        </p:nvSpPr>
        <p:spPr>
          <a:xfrm>
            <a:off x="12885995" y="9062044"/>
            <a:ext cx="1025009"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1300"/>
              <a:buFont typeface="Trebuchet MS"/>
              <a:buNone/>
              <a:defRPr/>
            </a:lvl1pPr>
            <a:lvl2pPr indent="0" lvl="1" marL="0" algn="r">
              <a:spcBef>
                <a:spcPts val="0"/>
              </a:spcBef>
              <a:spcAft>
                <a:spcPts val="0"/>
              </a:spcAft>
              <a:buClr>
                <a:schemeClr val="accent1"/>
              </a:buClr>
              <a:buSzPts val="1300"/>
              <a:buFont typeface="Trebuchet MS"/>
              <a:buNone/>
              <a:defRPr/>
            </a:lvl2pPr>
            <a:lvl3pPr indent="0" lvl="2" marL="0" algn="r">
              <a:spcBef>
                <a:spcPts val="0"/>
              </a:spcBef>
              <a:spcAft>
                <a:spcPts val="0"/>
              </a:spcAft>
              <a:buClr>
                <a:schemeClr val="accent1"/>
              </a:buClr>
              <a:buSzPts val="1300"/>
              <a:buFont typeface="Trebuchet MS"/>
              <a:buNone/>
              <a:defRPr/>
            </a:lvl3pPr>
            <a:lvl4pPr indent="0" lvl="3" marL="0" algn="r">
              <a:spcBef>
                <a:spcPts val="0"/>
              </a:spcBef>
              <a:spcAft>
                <a:spcPts val="0"/>
              </a:spcAft>
              <a:buClr>
                <a:schemeClr val="accent1"/>
              </a:buClr>
              <a:buSzPts val="1300"/>
              <a:buFont typeface="Trebuchet MS"/>
              <a:buNone/>
              <a:defRPr/>
            </a:lvl4pPr>
            <a:lvl5pPr indent="0" lvl="4" marL="0" algn="r">
              <a:spcBef>
                <a:spcPts val="0"/>
              </a:spcBef>
              <a:spcAft>
                <a:spcPts val="0"/>
              </a:spcAft>
              <a:buClr>
                <a:schemeClr val="accent1"/>
              </a:buClr>
              <a:buSzPts val="1300"/>
              <a:buFont typeface="Trebuchet MS"/>
              <a:buNone/>
              <a:defRPr/>
            </a:lvl5pPr>
            <a:lvl6pPr indent="0" lvl="5" marL="0" algn="r">
              <a:spcBef>
                <a:spcPts val="0"/>
              </a:spcBef>
              <a:spcAft>
                <a:spcPts val="0"/>
              </a:spcAft>
              <a:buClr>
                <a:schemeClr val="accent1"/>
              </a:buClr>
              <a:buSzPts val="1300"/>
              <a:buFont typeface="Trebuchet MS"/>
              <a:buNone/>
              <a:defRPr/>
            </a:lvl6pPr>
            <a:lvl7pPr indent="0" lvl="6" marL="0" algn="r">
              <a:spcBef>
                <a:spcPts val="0"/>
              </a:spcBef>
              <a:spcAft>
                <a:spcPts val="0"/>
              </a:spcAft>
              <a:buClr>
                <a:schemeClr val="accent1"/>
              </a:buClr>
              <a:buSzPts val="1300"/>
              <a:buFont typeface="Trebuchet MS"/>
              <a:buNone/>
              <a:defRPr/>
            </a:lvl7pPr>
            <a:lvl8pPr indent="0" lvl="7" marL="0" algn="r">
              <a:spcBef>
                <a:spcPts val="0"/>
              </a:spcBef>
              <a:spcAft>
                <a:spcPts val="0"/>
              </a:spcAft>
              <a:buClr>
                <a:schemeClr val="accent1"/>
              </a:buClr>
              <a:buSzPts val="1300"/>
              <a:buFont typeface="Trebuchet MS"/>
              <a:buNone/>
              <a:defRPr/>
            </a:lvl8pPr>
            <a:lvl9pPr indent="0" lvl="8" marL="0" algn="r">
              <a:spcBef>
                <a:spcPts val="0"/>
              </a:spcBef>
              <a:spcAft>
                <a:spcPts val="0"/>
              </a:spcAft>
              <a:buClr>
                <a:schemeClr val="accent1"/>
              </a:buClr>
              <a:buSzPts val="13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59" name="Shape 59"/>
        <p:cNvGrpSpPr/>
        <p:nvPr/>
      </p:nvGrpSpPr>
      <p:grpSpPr>
        <a:xfrm>
          <a:off x="0" y="0"/>
          <a:ext cx="0" cy="0"/>
          <a:chOff x="0" y="0"/>
          <a:chExt cx="0" cy="0"/>
        </a:xfrm>
      </p:grpSpPr>
      <p:sp>
        <p:nvSpPr>
          <p:cNvPr id="60" name="Google Shape;60;p46"/>
          <p:cNvSpPr txBox="1"/>
          <p:nvPr>
            <p:ph type="title"/>
          </p:nvPr>
        </p:nvSpPr>
        <p:spPr>
          <a:xfrm>
            <a:off x="1016001" y="914400"/>
            <a:ext cx="12895002" cy="19812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46"/>
          <p:cNvSpPr txBox="1"/>
          <p:nvPr>
            <p:ph idx="1" type="body"/>
          </p:nvPr>
        </p:nvSpPr>
        <p:spPr>
          <a:xfrm>
            <a:off x="1016002" y="3240884"/>
            <a:ext cx="6276053" cy="5821158"/>
          </a:xfrm>
          <a:prstGeom prst="rect">
            <a:avLst/>
          </a:prstGeom>
          <a:noFill/>
          <a:ln>
            <a:noFill/>
          </a:ln>
        </p:spPr>
        <p:txBody>
          <a:bodyPr anchorCtr="0" anchor="t" bIns="45700" lIns="91425" spcFirstLastPara="1" rIns="91425" wrap="square" tIns="45700">
            <a:normAutofit/>
          </a:bodyPr>
          <a:lstStyle>
            <a:lvl1pPr indent="-320040" lvl="0" marL="457200" algn="l">
              <a:spcBef>
                <a:spcPts val="1500"/>
              </a:spcBef>
              <a:spcAft>
                <a:spcPts val="0"/>
              </a:spcAft>
              <a:buSzPts val="1440"/>
              <a:buChar char="►"/>
              <a:defRPr/>
            </a:lvl1pPr>
            <a:lvl2pPr indent="-320040" lvl="1" marL="914400" algn="l">
              <a:spcBef>
                <a:spcPts val="1500"/>
              </a:spcBef>
              <a:spcAft>
                <a:spcPts val="0"/>
              </a:spcAft>
              <a:buSzPts val="1440"/>
              <a:buChar char="►"/>
              <a:defRPr/>
            </a:lvl2pPr>
            <a:lvl3pPr indent="-320040" lvl="2" marL="1371600" algn="l">
              <a:spcBef>
                <a:spcPts val="1500"/>
              </a:spcBef>
              <a:spcAft>
                <a:spcPts val="0"/>
              </a:spcAft>
              <a:buSzPts val="1440"/>
              <a:buChar char="►"/>
              <a:defRPr/>
            </a:lvl3pPr>
            <a:lvl4pPr indent="-320040" lvl="3" marL="1828800" algn="l">
              <a:spcBef>
                <a:spcPts val="1500"/>
              </a:spcBef>
              <a:spcAft>
                <a:spcPts val="0"/>
              </a:spcAft>
              <a:buSzPts val="1440"/>
              <a:buChar char="►"/>
              <a:defRPr/>
            </a:lvl4pPr>
            <a:lvl5pPr indent="-320040" lvl="4" marL="2286000" algn="l">
              <a:spcBef>
                <a:spcPts val="1500"/>
              </a:spcBef>
              <a:spcAft>
                <a:spcPts val="0"/>
              </a:spcAft>
              <a:buSzPts val="1440"/>
              <a:buChar char="►"/>
              <a:defRPr/>
            </a:lvl5pPr>
            <a:lvl6pPr indent="-320040" lvl="5" marL="2743200" algn="l">
              <a:spcBef>
                <a:spcPts val="1500"/>
              </a:spcBef>
              <a:spcAft>
                <a:spcPts val="0"/>
              </a:spcAft>
              <a:buSzPts val="1440"/>
              <a:buChar char="►"/>
              <a:defRPr/>
            </a:lvl6pPr>
            <a:lvl7pPr indent="-320040" lvl="6" marL="3200400" algn="l">
              <a:spcBef>
                <a:spcPts val="1500"/>
              </a:spcBef>
              <a:spcAft>
                <a:spcPts val="0"/>
              </a:spcAft>
              <a:buSzPts val="1440"/>
              <a:buChar char="►"/>
              <a:defRPr/>
            </a:lvl7pPr>
            <a:lvl8pPr indent="-320040" lvl="7" marL="3657600" algn="l">
              <a:spcBef>
                <a:spcPts val="1500"/>
              </a:spcBef>
              <a:spcAft>
                <a:spcPts val="0"/>
              </a:spcAft>
              <a:buSzPts val="1440"/>
              <a:buChar char="►"/>
              <a:defRPr/>
            </a:lvl8pPr>
            <a:lvl9pPr indent="-320040" lvl="8" marL="4114800" algn="l">
              <a:spcBef>
                <a:spcPts val="1500"/>
              </a:spcBef>
              <a:spcAft>
                <a:spcPts val="0"/>
              </a:spcAft>
              <a:buSzPts val="1440"/>
              <a:buChar char="►"/>
              <a:defRPr/>
            </a:lvl9pPr>
          </a:lstStyle>
          <a:p/>
        </p:txBody>
      </p:sp>
      <p:sp>
        <p:nvSpPr>
          <p:cNvPr id="62" name="Google Shape;62;p46"/>
          <p:cNvSpPr txBox="1"/>
          <p:nvPr>
            <p:ph idx="2" type="body"/>
          </p:nvPr>
        </p:nvSpPr>
        <p:spPr>
          <a:xfrm>
            <a:off x="7634955" y="3240884"/>
            <a:ext cx="6276051" cy="5821160"/>
          </a:xfrm>
          <a:prstGeom prst="rect">
            <a:avLst/>
          </a:prstGeom>
          <a:noFill/>
          <a:ln>
            <a:noFill/>
          </a:ln>
        </p:spPr>
        <p:txBody>
          <a:bodyPr anchorCtr="0" anchor="t" bIns="45700" lIns="91425" spcFirstLastPara="1" rIns="91425" wrap="square" tIns="45700">
            <a:normAutofit/>
          </a:bodyPr>
          <a:lstStyle>
            <a:lvl1pPr indent="-320040" lvl="0" marL="457200" algn="l">
              <a:spcBef>
                <a:spcPts val="1500"/>
              </a:spcBef>
              <a:spcAft>
                <a:spcPts val="0"/>
              </a:spcAft>
              <a:buSzPts val="1440"/>
              <a:buChar char="►"/>
              <a:defRPr/>
            </a:lvl1pPr>
            <a:lvl2pPr indent="-320040" lvl="1" marL="914400" algn="l">
              <a:spcBef>
                <a:spcPts val="1500"/>
              </a:spcBef>
              <a:spcAft>
                <a:spcPts val="0"/>
              </a:spcAft>
              <a:buSzPts val="1440"/>
              <a:buChar char="►"/>
              <a:defRPr/>
            </a:lvl2pPr>
            <a:lvl3pPr indent="-320040" lvl="2" marL="1371600" algn="l">
              <a:spcBef>
                <a:spcPts val="1500"/>
              </a:spcBef>
              <a:spcAft>
                <a:spcPts val="0"/>
              </a:spcAft>
              <a:buSzPts val="1440"/>
              <a:buChar char="►"/>
              <a:defRPr/>
            </a:lvl3pPr>
            <a:lvl4pPr indent="-320040" lvl="3" marL="1828800" algn="l">
              <a:spcBef>
                <a:spcPts val="1500"/>
              </a:spcBef>
              <a:spcAft>
                <a:spcPts val="0"/>
              </a:spcAft>
              <a:buSzPts val="1440"/>
              <a:buChar char="►"/>
              <a:defRPr/>
            </a:lvl4pPr>
            <a:lvl5pPr indent="-320040" lvl="4" marL="2286000" algn="l">
              <a:spcBef>
                <a:spcPts val="1500"/>
              </a:spcBef>
              <a:spcAft>
                <a:spcPts val="0"/>
              </a:spcAft>
              <a:buSzPts val="1440"/>
              <a:buChar char="►"/>
              <a:defRPr/>
            </a:lvl5pPr>
            <a:lvl6pPr indent="-320040" lvl="5" marL="2743200" algn="l">
              <a:spcBef>
                <a:spcPts val="1500"/>
              </a:spcBef>
              <a:spcAft>
                <a:spcPts val="0"/>
              </a:spcAft>
              <a:buSzPts val="1440"/>
              <a:buChar char="►"/>
              <a:defRPr/>
            </a:lvl6pPr>
            <a:lvl7pPr indent="-320040" lvl="6" marL="3200400" algn="l">
              <a:spcBef>
                <a:spcPts val="1500"/>
              </a:spcBef>
              <a:spcAft>
                <a:spcPts val="0"/>
              </a:spcAft>
              <a:buSzPts val="1440"/>
              <a:buChar char="►"/>
              <a:defRPr/>
            </a:lvl7pPr>
            <a:lvl8pPr indent="-320040" lvl="7" marL="3657600" algn="l">
              <a:spcBef>
                <a:spcPts val="1500"/>
              </a:spcBef>
              <a:spcAft>
                <a:spcPts val="0"/>
              </a:spcAft>
              <a:buSzPts val="1440"/>
              <a:buChar char="►"/>
              <a:defRPr/>
            </a:lvl8pPr>
            <a:lvl9pPr indent="-320040" lvl="8" marL="4114800" algn="l">
              <a:spcBef>
                <a:spcPts val="1500"/>
              </a:spcBef>
              <a:spcAft>
                <a:spcPts val="0"/>
              </a:spcAft>
              <a:buSzPts val="1440"/>
              <a:buChar char="►"/>
              <a:defRPr/>
            </a:lvl9pPr>
          </a:lstStyle>
          <a:p/>
        </p:txBody>
      </p:sp>
      <p:sp>
        <p:nvSpPr>
          <p:cNvPr id="63" name="Google Shape;63;p46"/>
          <p:cNvSpPr txBox="1"/>
          <p:nvPr>
            <p:ph idx="10" type="dt"/>
          </p:nvPr>
        </p:nvSpPr>
        <p:spPr>
          <a:xfrm>
            <a:off x="10807700" y="9062044"/>
            <a:ext cx="1367909"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6"/>
          <p:cNvSpPr txBox="1"/>
          <p:nvPr>
            <p:ph idx="11" type="ftr"/>
          </p:nvPr>
        </p:nvSpPr>
        <p:spPr>
          <a:xfrm>
            <a:off x="1016001" y="9062044"/>
            <a:ext cx="9446418"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6"/>
          <p:cNvSpPr txBox="1"/>
          <p:nvPr>
            <p:ph idx="12" type="sldNum"/>
          </p:nvPr>
        </p:nvSpPr>
        <p:spPr>
          <a:xfrm>
            <a:off x="12885995" y="9062044"/>
            <a:ext cx="1025009"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1300"/>
              <a:buFont typeface="Trebuchet MS"/>
              <a:buNone/>
              <a:defRPr/>
            </a:lvl1pPr>
            <a:lvl2pPr indent="0" lvl="1" marL="0" algn="r">
              <a:spcBef>
                <a:spcPts val="0"/>
              </a:spcBef>
              <a:spcAft>
                <a:spcPts val="0"/>
              </a:spcAft>
              <a:buClr>
                <a:schemeClr val="accent1"/>
              </a:buClr>
              <a:buSzPts val="1300"/>
              <a:buFont typeface="Trebuchet MS"/>
              <a:buNone/>
              <a:defRPr/>
            </a:lvl2pPr>
            <a:lvl3pPr indent="0" lvl="2" marL="0" algn="r">
              <a:spcBef>
                <a:spcPts val="0"/>
              </a:spcBef>
              <a:spcAft>
                <a:spcPts val="0"/>
              </a:spcAft>
              <a:buClr>
                <a:schemeClr val="accent1"/>
              </a:buClr>
              <a:buSzPts val="1300"/>
              <a:buFont typeface="Trebuchet MS"/>
              <a:buNone/>
              <a:defRPr/>
            </a:lvl3pPr>
            <a:lvl4pPr indent="0" lvl="3" marL="0" algn="r">
              <a:spcBef>
                <a:spcPts val="0"/>
              </a:spcBef>
              <a:spcAft>
                <a:spcPts val="0"/>
              </a:spcAft>
              <a:buClr>
                <a:schemeClr val="accent1"/>
              </a:buClr>
              <a:buSzPts val="1300"/>
              <a:buFont typeface="Trebuchet MS"/>
              <a:buNone/>
              <a:defRPr/>
            </a:lvl4pPr>
            <a:lvl5pPr indent="0" lvl="4" marL="0" algn="r">
              <a:spcBef>
                <a:spcPts val="0"/>
              </a:spcBef>
              <a:spcAft>
                <a:spcPts val="0"/>
              </a:spcAft>
              <a:buClr>
                <a:schemeClr val="accent1"/>
              </a:buClr>
              <a:buSzPts val="1300"/>
              <a:buFont typeface="Trebuchet MS"/>
              <a:buNone/>
              <a:defRPr/>
            </a:lvl5pPr>
            <a:lvl6pPr indent="0" lvl="5" marL="0" algn="r">
              <a:spcBef>
                <a:spcPts val="0"/>
              </a:spcBef>
              <a:spcAft>
                <a:spcPts val="0"/>
              </a:spcAft>
              <a:buClr>
                <a:schemeClr val="accent1"/>
              </a:buClr>
              <a:buSzPts val="1300"/>
              <a:buFont typeface="Trebuchet MS"/>
              <a:buNone/>
              <a:defRPr/>
            </a:lvl6pPr>
            <a:lvl7pPr indent="0" lvl="6" marL="0" algn="r">
              <a:spcBef>
                <a:spcPts val="0"/>
              </a:spcBef>
              <a:spcAft>
                <a:spcPts val="0"/>
              </a:spcAft>
              <a:buClr>
                <a:schemeClr val="accent1"/>
              </a:buClr>
              <a:buSzPts val="1300"/>
              <a:buFont typeface="Trebuchet MS"/>
              <a:buNone/>
              <a:defRPr/>
            </a:lvl7pPr>
            <a:lvl8pPr indent="0" lvl="7" marL="0" algn="r">
              <a:spcBef>
                <a:spcPts val="0"/>
              </a:spcBef>
              <a:spcAft>
                <a:spcPts val="0"/>
              </a:spcAft>
              <a:buClr>
                <a:schemeClr val="accent1"/>
              </a:buClr>
              <a:buSzPts val="1300"/>
              <a:buFont typeface="Trebuchet MS"/>
              <a:buNone/>
              <a:defRPr/>
            </a:lvl8pPr>
            <a:lvl9pPr indent="0" lvl="8" marL="0" algn="r">
              <a:spcBef>
                <a:spcPts val="0"/>
              </a:spcBef>
              <a:spcAft>
                <a:spcPts val="0"/>
              </a:spcAft>
              <a:buClr>
                <a:schemeClr val="accent1"/>
              </a:buClr>
              <a:buSzPts val="13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66" name="Shape 66"/>
        <p:cNvGrpSpPr/>
        <p:nvPr/>
      </p:nvGrpSpPr>
      <p:grpSpPr>
        <a:xfrm>
          <a:off x="0" y="0"/>
          <a:ext cx="0" cy="0"/>
          <a:chOff x="0" y="0"/>
          <a:chExt cx="0" cy="0"/>
        </a:xfrm>
      </p:grpSpPr>
      <p:sp>
        <p:nvSpPr>
          <p:cNvPr id="67" name="Google Shape;67;p47"/>
          <p:cNvSpPr txBox="1"/>
          <p:nvPr>
            <p:ph type="title"/>
          </p:nvPr>
        </p:nvSpPr>
        <p:spPr>
          <a:xfrm>
            <a:off x="1016001" y="914400"/>
            <a:ext cx="12895002" cy="19812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54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47"/>
          <p:cNvSpPr txBox="1"/>
          <p:nvPr>
            <p:ph idx="1" type="body"/>
          </p:nvPr>
        </p:nvSpPr>
        <p:spPr>
          <a:xfrm>
            <a:off x="1013618" y="3241475"/>
            <a:ext cx="6278435" cy="864393"/>
          </a:xfrm>
          <a:prstGeom prst="rect">
            <a:avLst/>
          </a:prstGeom>
          <a:noFill/>
          <a:ln>
            <a:noFill/>
          </a:ln>
        </p:spPr>
        <p:txBody>
          <a:bodyPr anchorCtr="0" anchor="b" bIns="45700" lIns="91425" spcFirstLastPara="1" rIns="91425" wrap="square" tIns="45700">
            <a:noAutofit/>
          </a:bodyPr>
          <a:lstStyle>
            <a:lvl1pPr indent="-228600" lvl="0" marL="457200" algn="l">
              <a:spcBef>
                <a:spcPts val="1500"/>
              </a:spcBef>
              <a:spcAft>
                <a:spcPts val="0"/>
              </a:spcAft>
              <a:buSzPts val="2880"/>
              <a:buNone/>
              <a:defRPr b="0" sz="3600"/>
            </a:lvl1pPr>
            <a:lvl2pPr indent="-228600" lvl="1" marL="914400" algn="l">
              <a:spcBef>
                <a:spcPts val="1500"/>
              </a:spcBef>
              <a:spcAft>
                <a:spcPts val="0"/>
              </a:spcAft>
              <a:buSzPts val="2400"/>
              <a:buNone/>
              <a:defRPr b="1" sz="3000"/>
            </a:lvl2pPr>
            <a:lvl3pPr indent="-228600" lvl="2" marL="1371600" algn="l">
              <a:spcBef>
                <a:spcPts val="1500"/>
              </a:spcBef>
              <a:spcAft>
                <a:spcPts val="0"/>
              </a:spcAft>
              <a:buSzPts val="2160"/>
              <a:buNone/>
              <a:defRPr b="1" sz="2700"/>
            </a:lvl3pPr>
            <a:lvl4pPr indent="-228600" lvl="3" marL="1828800" algn="l">
              <a:spcBef>
                <a:spcPts val="1500"/>
              </a:spcBef>
              <a:spcAft>
                <a:spcPts val="0"/>
              </a:spcAft>
              <a:buSzPts val="1920"/>
              <a:buNone/>
              <a:defRPr b="1" sz="2400"/>
            </a:lvl4pPr>
            <a:lvl5pPr indent="-228600" lvl="4" marL="2286000" algn="l">
              <a:spcBef>
                <a:spcPts val="1500"/>
              </a:spcBef>
              <a:spcAft>
                <a:spcPts val="0"/>
              </a:spcAft>
              <a:buSzPts val="1920"/>
              <a:buNone/>
              <a:defRPr b="1" sz="2400"/>
            </a:lvl5pPr>
            <a:lvl6pPr indent="-228600" lvl="5" marL="2743200" algn="l">
              <a:spcBef>
                <a:spcPts val="1500"/>
              </a:spcBef>
              <a:spcAft>
                <a:spcPts val="0"/>
              </a:spcAft>
              <a:buSzPts val="1920"/>
              <a:buNone/>
              <a:defRPr b="1" sz="2400"/>
            </a:lvl6pPr>
            <a:lvl7pPr indent="-228600" lvl="6" marL="3200400" algn="l">
              <a:spcBef>
                <a:spcPts val="1500"/>
              </a:spcBef>
              <a:spcAft>
                <a:spcPts val="0"/>
              </a:spcAft>
              <a:buSzPts val="1920"/>
              <a:buNone/>
              <a:defRPr b="1" sz="2400"/>
            </a:lvl7pPr>
            <a:lvl8pPr indent="-228600" lvl="7" marL="3657600" algn="l">
              <a:spcBef>
                <a:spcPts val="1500"/>
              </a:spcBef>
              <a:spcAft>
                <a:spcPts val="0"/>
              </a:spcAft>
              <a:buSzPts val="1920"/>
              <a:buNone/>
              <a:defRPr b="1" sz="2400"/>
            </a:lvl8pPr>
            <a:lvl9pPr indent="-228600" lvl="8" marL="4114800" algn="l">
              <a:spcBef>
                <a:spcPts val="1500"/>
              </a:spcBef>
              <a:spcAft>
                <a:spcPts val="0"/>
              </a:spcAft>
              <a:buSzPts val="1920"/>
              <a:buNone/>
              <a:defRPr b="1" sz="2400"/>
            </a:lvl9pPr>
          </a:lstStyle>
          <a:p/>
        </p:txBody>
      </p:sp>
      <p:sp>
        <p:nvSpPr>
          <p:cNvPr id="69" name="Google Shape;69;p47"/>
          <p:cNvSpPr txBox="1"/>
          <p:nvPr>
            <p:ph idx="2" type="body"/>
          </p:nvPr>
        </p:nvSpPr>
        <p:spPr>
          <a:xfrm>
            <a:off x="1013618" y="4105868"/>
            <a:ext cx="6278435" cy="4956176"/>
          </a:xfrm>
          <a:prstGeom prst="rect">
            <a:avLst/>
          </a:prstGeom>
          <a:noFill/>
          <a:ln>
            <a:noFill/>
          </a:ln>
        </p:spPr>
        <p:txBody>
          <a:bodyPr anchorCtr="0" anchor="t" bIns="45700" lIns="91425" spcFirstLastPara="1" rIns="91425" wrap="square" tIns="45700">
            <a:normAutofit/>
          </a:bodyPr>
          <a:lstStyle>
            <a:lvl1pPr indent="-320040" lvl="0" marL="457200" algn="l">
              <a:spcBef>
                <a:spcPts val="1500"/>
              </a:spcBef>
              <a:spcAft>
                <a:spcPts val="0"/>
              </a:spcAft>
              <a:buSzPts val="1440"/>
              <a:buChar char="►"/>
              <a:defRPr/>
            </a:lvl1pPr>
            <a:lvl2pPr indent="-320040" lvl="1" marL="914400" algn="l">
              <a:spcBef>
                <a:spcPts val="1500"/>
              </a:spcBef>
              <a:spcAft>
                <a:spcPts val="0"/>
              </a:spcAft>
              <a:buSzPts val="1440"/>
              <a:buChar char="►"/>
              <a:defRPr/>
            </a:lvl2pPr>
            <a:lvl3pPr indent="-320040" lvl="2" marL="1371600" algn="l">
              <a:spcBef>
                <a:spcPts val="1500"/>
              </a:spcBef>
              <a:spcAft>
                <a:spcPts val="0"/>
              </a:spcAft>
              <a:buSzPts val="1440"/>
              <a:buChar char="►"/>
              <a:defRPr/>
            </a:lvl3pPr>
            <a:lvl4pPr indent="-320040" lvl="3" marL="1828800" algn="l">
              <a:spcBef>
                <a:spcPts val="1500"/>
              </a:spcBef>
              <a:spcAft>
                <a:spcPts val="0"/>
              </a:spcAft>
              <a:buSzPts val="1440"/>
              <a:buChar char="►"/>
              <a:defRPr/>
            </a:lvl4pPr>
            <a:lvl5pPr indent="-320040" lvl="4" marL="2286000" algn="l">
              <a:spcBef>
                <a:spcPts val="1500"/>
              </a:spcBef>
              <a:spcAft>
                <a:spcPts val="0"/>
              </a:spcAft>
              <a:buSzPts val="1440"/>
              <a:buChar char="►"/>
              <a:defRPr/>
            </a:lvl5pPr>
            <a:lvl6pPr indent="-320040" lvl="5" marL="2743200" algn="l">
              <a:spcBef>
                <a:spcPts val="1500"/>
              </a:spcBef>
              <a:spcAft>
                <a:spcPts val="0"/>
              </a:spcAft>
              <a:buSzPts val="1440"/>
              <a:buChar char="►"/>
              <a:defRPr/>
            </a:lvl6pPr>
            <a:lvl7pPr indent="-320040" lvl="6" marL="3200400" algn="l">
              <a:spcBef>
                <a:spcPts val="1500"/>
              </a:spcBef>
              <a:spcAft>
                <a:spcPts val="0"/>
              </a:spcAft>
              <a:buSzPts val="1440"/>
              <a:buChar char="►"/>
              <a:defRPr/>
            </a:lvl7pPr>
            <a:lvl8pPr indent="-320040" lvl="7" marL="3657600" algn="l">
              <a:spcBef>
                <a:spcPts val="1500"/>
              </a:spcBef>
              <a:spcAft>
                <a:spcPts val="0"/>
              </a:spcAft>
              <a:buSzPts val="1440"/>
              <a:buChar char="►"/>
              <a:defRPr/>
            </a:lvl8pPr>
            <a:lvl9pPr indent="-320040" lvl="8" marL="4114800" algn="l">
              <a:spcBef>
                <a:spcPts val="1500"/>
              </a:spcBef>
              <a:spcAft>
                <a:spcPts val="0"/>
              </a:spcAft>
              <a:buSzPts val="1440"/>
              <a:buChar char="►"/>
              <a:defRPr/>
            </a:lvl9pPr>
          </a:lstStyle>
          <a:p/>
        </p:txBody>
      </p:sp>
      <p:sp>
        <p:nvSpPr>
          <p:cNvPr id="70" name="Google Shape;70;p47"/>
          <p:cNvSpPr txBox="1"/>
          <p:nvPr>
            <p:ph idx="3" type="body"/>
          </p:nvPr>
        </p:nvSpPr>
        <p:spPr>
          <a:xfrm>
            <a:off x="7632575" y="3241475"/>
            <a:ext cx="6278427" cy="864393"/>
          </a:xfrm>
          <a:prstGeom prst="rect">
            <a:avLst/>
          </a:prstGeom>
          <a:noFill/>
          <a:ln>
            <a:noFill/>
          </a:ln>
        </p:spPr>
        <p:txBody>
          <a:bodyPr anchorCtr="0" anchor="b" bIns="45700" lIns="91425" spcFirstLastPara="1" rIns="91425" wrap="square" tIns="45700">
            <a:noAutofit/>
          </a:bodyPr>
          <a:lstStyle>
            <a:lvl1pPr indent="-228600" lvl="0" marL="457200" algn="l">
              <a:spcBef>
                <a:spcPts val="1500"/>
              </a:spcBef>
              <a:spcAft>
                <a:spcPts val="0"/>
              </a:spcAft>
              <a:buSzPts val="2880"/>
              <a:buNone/>
              <a:defRPr b="0" sz="3600"/>
            </a:lvl1pPr>
            <a:lvl2pPr indent="-228600" lvl="1" marL="914400" algn="l">
              <a:spcBef>
                <a:spcPts val="1500"/>
              </a:spcBef>
              <a:spcAft>
                <a:spcPts val="0"/>
              </a:spcAft>
              <a:buSzPts val="2400"/>
              <a:buNone/>
              <a:defRPr b="1" sz="3000"/>
            </a:lvl2pPr>
            <a:lvl3pPr indent="-228600" lvl="2" marL="1371600" algn="l">
              <a:spcBef>
                <a:spcPts val="1500"/>
              </a:spcBef>
              <a:spcAft>
                <a:spcPts val="0"/>
              </a:spcAft>
              <a:buSzPts val="2160"/>
              <a:buNone/>
              <a:defRPr b="1" sz="2700"/>
            </a:lvl3pPr>
            <a:lvl4pPr indent="-228600" lvl="3" marL="1828800" algn="l">
              <a:spcBef>
                <a:spcPts val="1500"/>
              </a:spcBef>
              <a:spcAft>
                <a:spcPts val="0"/>
              </a:spcAft>
              <a:buSzPts val="1920"/>
              <a:buNone/>
              <a:defRPr b="1" sz="2400"/>
            </a:lvl4pPr>
            <a:lvl5pPr indent="-228600" lvl="4" marL="2286000" algn="l">
              <a:spcBef>
                <a:spcPts val="1500"/>
              </a:spcBef>
              <a:spcAft>
                <a:spcPts val="0"/>
              </a:spcAft>
              <a:buSzPts val="1920"/>
              <a:buNone/>
              <a:defRPr b="1" sz="2400"/>
            </a:lvl5pPr>
            <a:lvl6pPr indent="-228600" lvl="5" marL="2743200" algn="l">
              <a:spcBef>
                <a:spcPts val="1500"/>
              </a:spcBef>
              <a:spcAft>
                <a:spcPts val="0"/>
              </a:spcAft>
              <a:buSzPts val="1920"/>
              <a:buNone/>
              <a:defRPr b="1" sz="2400"/>
            </a:lvl6pPr>
            <a:lvl7pPr indent="-228600" lvl="6" marL="3200400" algn="l">
              <a:spcBef>
                <a:spcPts val="1500"/>
              </a:spcBef>
              <a:spcAft>
                <a:spcPts val="0"/>
              </a:spcAft>
              <a:buSzPts val="1920"/>
              <a:buNone/>
              <a:defRPr b="1" sz="2400"/>
            </a:lvl7pPr>
            <a:lvl8pPr indent="-228600" lvl="7" marL="3657600" algn="l">
              <a:spcBef>
                <a:spcPts val="1500"/>
              </a:spcBef>
              <a:spcAft>
                <a:spcPts val="0"/>
              </a:spcAft>
              <a:buSzPts val="1920"/>
              <a:buNone/>
              <a:defRPr b="1" sz="2400"/>
            </a:lvl8pPr>
            <a:lvl9pPr indent="-228600" lvl="8" marL="4114800" algn="l">
              <a:spcBef>
                <a:spcPts val="1500"/>
              </a:spcBef>
              <a:spcAft>
                <a:spcPts val="0"/>
              </a:spcAft>
              <a:buSzPts val="1920"/>
              <a:buNone/>
              <a:defRPr b="1" sz="2400"/>
            </a:lvl9pPr>
          </a:lstStyle>
          <a:p/>
        </p:txBody>
      </p:sp>
      <p:sp>
        <p:nvSpPr>
          <p:cNvPr id="71" name="Google Shape;71;p47"/>
          <p:cNvSpPr txBox="1"/>
          <p:nvPr>
            <p:ph idx="4" type="body"/>
          </p:nvPr>
        </p:nvSpPr>
        <p:spPr>
          <a:xfrm>
            <a:off x="7632577" y="4105868"/>
            <a:ext cx="6278426" cy="4956176"/>
          </a:xfrm>
          <a:prstGeom prst="rect">
            <a:avLst/>
          </a:prstGeom>
          <a:noFill/>
          <a:ln>
            <a:noFill/>
          </a:ln>
        </p:spPr>
        <p:txBody>
          <a:bodyPr anchorCtr="0" anchor="t" bIns="45700" lIns="91425" spcFirstLastPara="1" rIns="91425" wrap="square" tIns="45700">
            <a:normAutofit/>
          </a:bodyPr>
          <a:lstStyle>
            <a:lvl1pPr indent="-320040" lvl="0" marL="457200" algn="l">
              <a:spcBef>
                <a:spcPts val="1500"/>
              </a:spcBef>
              <a:spcAft>
                <a:spcPts val="0"/>
              </a:spcAft>
              <a:buSzPts val="1440"/>
              <a:buChar char="►"/>
              <a:defRPr/>
            </a:lvl1pPr>
            <a:lvl2pPr indent="-320040" lvl="1" marL="914400" algn="l">
              <a:spcBef>
                <a:spcPts val="1500"/>
              </a:spcBef>
              <a:spcAft>
                <a:spcPts val="0"/>
              </a:spcAft>
              <a:buSzPts val="1440"/>
              <a:buChar char="►"/>
              <a:defRPr/>
            </a:lvl2pPr>
            <a:lvl3pPr indent="-320040" lvl="2" marL="1371600" algn="l">
              <a:spcBef>
                <a:spcPts val="1500"/>
              </a:spcBef>
              <a:spcAft>
                <a:spcPts val="0"/>
              </a:spcAft>
              <a:buSzPts val="1440"/>
              <a:buChar char="►"/>
              <a:defRPr/>
            </a:lvl3pPr>
            <a:lvl4pPr indent="-320040" lvl="3" marL="1828800" algn="l">
              <a:spcBef>
                <a:spcPts val="1500"/>
              </a:spcBef>
              <a:spcAft>
                <a:spcPts val="0"/>
              </a:spcAft>
              <a:buSzPts val="1440"/>
              <a:buChar char="►"/>
              <a:defRPr/>
            </a:lvl4pPr>
            <a:lvl5pPr indent="-320040" lvl="4" marL="2286000" algn="l">
              <a:spcBef>
                <a:spcPts val="1500"/>
              </a:spcBef>
              <a:spcAft>
                <a:spcPts val="0"/>
              </a:spcAft>
              <a:buSzPts val="1440"/>
              <a:buChar char="►"/>
              <a:defRPr/>
            </a:lvl5pPr>
            <a:lvl6pPr indent="-320040" lvl="5" marL="2743200" algn="l">
              <a:spcBef>
                <a:spcPts val="1500"/>
              </a:spcBef>
              <a:spcAft>
                <a:spcPts val="0"/>
              </a:spcAft>
              <a:buSzPts val="1440"/>
              <a:buChar char="►"/>
              <a:defRPr/>
            </a:lvl6pPr>
            <a:lvl7pPr indent="-320040" lvl="6" marL="3200400" algn="l">
              <a:spcBef>
                <a:spcPts val="1500"/>
              </a:spcBef>
              <a:spcAft>
                <a:spcPts val="0"/>
              </a:spcAft>
              <a:buSzPts val="1440"/>
              <a:buChar char="►"/>
              <a:defRPr/>
            </a:lvl7pPr>
            <a:lvl8pPr indent="-320040" lvl="7" marL="3657600" algn="l">
              <a:spcBef>
                <a:spcPts val="1500"/>
              </a:spcBef>
              <a:spcAft>
                <a:spcPts val="0"/>
              </a:spcAft>
              <a:buSzPts val="1440"/>
              <a:buChar char="►"/>
              <a:defRPr/>
            </a:lvl8pPr>
            <a:lvl9pPr indent="-320040" lvl="8" marL="4114800" algn="l">
              <a:spcBef>
                <a:spcPts val="1500"/>
              </a:spcBef>
              <a:spcAft>
                <a:spcPts val="0"/>
              </a:spcAft>
              <a:buSzPts val="1440"/>
              <a:buChar char="►"/>
              <a:defRPr/>
            </a:lvl9pPr>
          </a:lstStyle>
          <a:p/>
        </p:txBody>
      </p:sp>
      <p:sp>
        <p:nvSpPr>
          <p:cNvPr id="72" name="Google Shape;72;p47"/>
          <p:cNvSpPr txBox="1"/>
          <p:nvPr>
            <p:ph idx="10" type="dt"/>
          </p:nvPr>
        </p:nvSpPr>
        <p:spPr>
          <a:xfrm>
            <a:off x="10807700" y="9062044"/>
            <a:ext cx="1367909"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7"/>
          <p:cNvSpPr txBox="1"/>
          <p:nvPr>
            <p:ph idx="11" type="ftr"/>
          </p:nvPr>
        </p:nvSpPr>
        <p:spPr>
          <a:xfrm>
            <a:off x="1016001" y="9062044"/>
            <a:ext cx="9446418"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7"/>
          <p:cNvSpPr txBox="1"/>
          <p:nvPr>
            <p:ph idx="12" type="sldNum"/>
          </p:nvPr>
        </p:nvSpPr>
        <p:spPr>
          <a:xfrm>
            <a:off x="12885995" y="9062044"/>
            <a:ext cx="1025009"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1300"/>
              <a:buFont typeface="Trebuchet MS"/>
              <a:buNone/>
              <a:defRPr/>
            </a:lvl1pPr>
            <a:lvl2pPr indent="0" lvl="1" marL="0" algn="r">
              <a:spcBef>
                <a:spcPts val="0"/>
              </a:spcBef>
              <a:spcAft>
                <a:spcPts val="0"/>
              </a:spcAft>
              <a:buClr>
                <a:schemeClr val="accent1"/>
              </a:buClr>
              <a:buSzPts val="1300"/>
              <a:buFont typeface="Trebuchet MS"/>
              <a:buNone/>
              <a:defRPr/>
            </a:lvl2pPr>
            <a:lvl3pPr indent="0" lvl="2" marL="0" algn="r">
              <a:spcBef>
                <a:spcPts val="0"/>
              </a:spcBef>
              <a:spcAft>
                <a:spcPts val="0"/>
              </a:spcAft>
              <a:buClr>
                <a:schemeClr val="accent1"/>
              </a:buClr>
              <a:buSzPts val="1300"/>
              <a:buFont typeface="Trebuchet MS"/>
              <a:buNone/>
              <a:defRPr/>
            </a:lvl3pPr>
            <a:lvl4pPr indent="0" lvl="3" marL="0" algn="r">
              <a:spcBef>
                <a:spcPts val="0"/>
              </a:spcBef>
              <a:spcAft>
                <a:spcPts val="0"/>
              </a:spcAft>
              <a:buClr>
                <a:schemeClr val="accent1"/>
              </a:buClr>
              <a:buSzPts val="1300"/>
              <a:buFont typeface="Trebuchet MS"/>
              <a:buNone/>
              <a:defRPr/>
            </a:lvl4pPr>
            <a:lvl5pPr indent="0" lvl="4" marL="0" algn="r">
              <a:spcBef>
                <a:spcPts val="0"/>
              </a:spcBef>
              <a:spcAft>
                <a:spcPts val="0"/>
              </a:spcAft>
              <a:buClr>
                <a:schemeClr val="accent1"/>
              </a:buClr>
              <a:buSzPts val="1300"/>
              <a:buFont typeface="Trebuchet MS"/>
              <a:buNone/>
              <a:defRPr/>
            </a:lvl5pPr>
            <a:lvl6pPr indent="0" lvl="5" marL="0" algn="r">
              <a:spcBef>
                <a:spcPts val="0"/>
              </a:spcBef>
              <a:spcAft>
                <a:spcPts val="0"/>
              </a:spcAft>
              <a:buClr>
                <a:schemeClr val="accent1"/>
              </a:buClr>
              <a:buSzPts val="1300"/>
              <a:buFont typeface="Trebuchet MS"/>
              <a:buNone/>
              <a:defRPr/>
            </a:lvl6pPr>
            <a:lvl7pPr indent="0" lvl="6" marL="0" algn="r">
              <a:spcBef>
                <a:spcPts val="0"/>
              </a:spcBef>
              <a:spcAft>
                <a:spcPts val="0"/>
              </a:spcAft>
              <a:buClr>
                <a:schemeClr val="accent1"/>
              </a:buClr>
              <a:buSzPts val="1300"/>
              <a:buFont typeface="Trebuchet MS"/>
              <a:buNone/>
              <a:defRPr/>
            </a:lvl7pPr>
            <a:lvl8pPr indent="0" lvl="7" marL="0" algn="r">
              <a:spcBef>
                <a:spcPts val="0"/>
              </a:spcBef>
              <a:spcAft>
                <a:spcPts val="0"/>
              </a:spcAft>
              <a:buClr>
                <a:schemeClr val="accent1"/>
              </a:buClr>
              <a:buSzPts val="1300"/>
              <a:buFont typeface="Trebuchet MS"/>
              <a:buNone/>
              <a:defRPr/>
            </a:lvl8pPr>
            <a:lvl9pPr indent="0" lvl="8" marL="0" algn="r">
              <a:spcBef>
                <a:spcPts val="0"/>
              </a:spcBef>
              <a:spcAft>
                <a:spcPts val="0"/>
              </a:spcAft>
              <a:buClr>
                <a:schemeClr val="accent1"/>
              </a:buClr>
              <a:buSzPts val="13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75" name="Shape 75"/>
        <p:cNvGrpSpPr/>
        <p:nvPr/>
      </p:nvGrpSpPr>
      <p:grpSpPr>
        <a:xfrm>
          <a:off x="0" y="0"/>
          <a:ext cx="0" cy="0"/>
          <a:chOff x="0" y="0"/>
          <a:chExt cx="0" cy="0"/>
        </a:xfrm>
      </p:grpSpPr>
      <p:sp>
        <p:nvSpPr>
          <p:cNvPr id="76" name="Google Shape;76;p48"/>
          <p:cNvSpPr txBox="1"/>
          <p:nvPr>
            <p:ph type="title"/>
          </p:nvPr>
        </p:nvSpPr>
        <p:spPr>
          <a:xfrm>
            <a:off x="1016001" y="914400"/>
            <a:ext cx="12895002" cy="19812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8"/>
          <p:cNvSpPr txBox="1"/>
          <p:nvPr>
            <p:ph idx="10" type="dt"/>
          </p:nvPr>
        </p:nvSpPr>
        <p:spPr>
          <a:xfrm>
            <a:off x="10807700" y="9062044"/>
            <a:ext cx="1367909"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8"/>
          <p:cNvSpPr txBox="1"/>
          <p:nvPr>
            <p:ph idx="11" type="ftr"/>
          </p:nvPr>
        </p:nvSpPr>
        <p:spPr>
          <a:xfrm>
            <a:off x="1016001" y="9062044"/>
            <a:ext cx="9446418"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8"/>
          <p:cNvSpPr txBox="1"/>
          <p:nvPr>
            <p:ph idx="12" type="sldNum"/>
          </p:nvPr>
        </p:nvSpPr>
        <p:spPr>
          <a:xfrm>
            <a:off x="12885995" y="9062044"/>
            <a:ext cx="1025009"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1300"/>
              <a:buFont typeface="Trebuchet MS"/>
              <a:buNone/>
              <a:defRPr/>
            </a:lvl1pPr>
            <a:lvl2pPr indent="0" lvl="1" marL="0" algn="r">
              <a:spcBef>
                <a:spcPts val="0"/>
              </a:spcBef>
              <a:spcAft>
                <a:spcPts val="0"/>
              </a:spcAft>
              <a:buClr>
                <a:schemeClr val="accent1"/>
              </a:buClr>
              <a:buSzPts val="1300"/>
              <a:buFont typeface="Trebuchet MS"/>
              <a:buNone/>
              <a:defRPr/>
            </a:lvl2pPr>
            <a:lvl3pPr indent="0" lvl="2" marL="0" algn="r">
              <a:spcBef>
                <a:spcPts val="0"/>
              </a:spcBef>
              <a:spcAft>
                <a:spcPts val="0"/>
              </a:spcAft>
              <a:buClr>
                <a:schemeClr val="accent1"/>
              </a:buClr>
              <a:buSzPts val="1300"/>
              <a:buFont typeface="Trebuchet MS"/>
              <a:buNone/>
              <a:defRPr/>
            </a:lvl3pPr>
            <a:lvl4pPr indent="0" lvl="3" marL="0" algn="r">
              <a:spcBef>
                <a:spcPts val="0"/>
              </a:spcBef>
              <a:spcAft>
                <a:spcPts val="0"/>
              </a:spcAft>
              <a:buClr>
                <a:schemeClr val="accent1"/>
              </a:buClr>
              <a:buSzPts val="1300"/>
              <a:buFont typeface="Trebuchet MS"/>
              <a:buNone/>
              <a:defRPr/>
            </a:lvl4pPr>
            <a:lvl5pPr indent="0" lvl="4" marL="0" algn="r">
              <a:spcBef>
                <a:spcPts val="0"/>
              </a:spcBef>
              <a:spcAft>
                <a:spcPts val="0"/>
              </a:spcAft>
              <a:buClr>
                <a:schemeClr val="accent1"/>
              </a:buClr>
              <a:buSzPts val="1300"/>
              <a:buFont typeface="Trebuchet MS"/>
              <a:buNone/>
              <a:defRPr/>
            </a:lvl5pPr>
            <a:lvl6pPr indent="0" lvl="5" marL="0" algn="r">
              <a:spcBef>
                <a:spcPts val="0"/>
              </a:spcBef>
              <a:spcAft>
                <a:spcPts val="0"/>
              </a:spcAft>
              <a:buClr>
                <a:schemeClr val="accent1"/>
              </a:buClr>
              <a:buSzPts val="1300"/>
              <a:buFont typeface="Trebuchet MS"/>
              <a:buNone/>
              <a:defRPr/>
            </a:lvl6pPr>
            <a:lvl7pPr indent="0" lvl="6" marL="0" algn="r">
              <a:spcBef>
                <a:spcPts val="0"/>
              </a:spcBef>
              <a:spcAft>
                <a:spcPts val="0"/>
              </a:spcAft>
              <a:buClr>
                <a:schemeClr val="accent1"/>
              </a:buClr>
              <a:buSzPts val="1300"/>
              <a:buFont typeface="Trebuchet MS"/>
              <a:buNone/>
              <a:defRPr/>
            </a:lvl7pPr>
            <a:lvl8pPr indent="0" lvl="7" marL="0" algn="r">
              <a:spcBef>
                <a:spcPts val="0"/>
              </a:spcBef>
              <a:spcAft>
                <a:spcPts val="0"/>
              </a:spcAft>
              <a:buClr>
                <a:schemeClr val="accent1"/>
              </a:buClr>
              <a:buSzPts val="1300"/>
              <a:buFont typeface="Trebuchet MS"/>
              <a:buNone/>
              <a:defRPr/>
            </a:lvl8pPr>
            <a:lvl9pPr indent="0" lvl="8" marL="0" algn="r">
              <a:spcBef>
                <a:spcPts val="0"/>
              </a:spcBef>
              <a:spcAft>
                <a:spcPts val="0"/>
              </a:spcAft>
              <a:buClr>
                <a:schemeClr val="accent1"/>
              </a:buClr>
              <a:buSzPts val="13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80" name="Shape 80"/>
        <p:cNvGrpSpPr/>
        <p:nvPr/>
      </p:nvGrpSpPr>
      <p:grpSpPr>
        <a:xfrm>
          <a:off x="0" y="0"/>
          <a:ext cx="0" cy="0"/>
          <a:chOff x="0" y="0"/>
          <a:chExt cx="0" cy="0"/>
        </a:xfrm>
      </p:grpSpPr>
      <p:sp>
        <p:nvSpPr>
          <p:cNvPr id="81" name="Google Shape;81;p49"/>
          <p:cNvSpPr txBox="1"/>
          <p:nvPr>
            <p:ph type="title"/>
          </p:nvPr>
        </p:nvSpPr>
        <p:spPr>
          <a:xfrm>
            <a:off x="1016001" y="2247906"/>
            <a:ext cx="5781792" cy="1917699"/>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3000"/>
              <a:buFont typeface="Trebuchet MS"/>
              <a:buNone/>
              <a:defRPr sz="3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9"/>
          <p:cNvSpPr txBox="1"/>
          <p:nvPr>
            <p:ph idx="1" type="body"/>
          </p:nvPr>
        </p:nvSpPr>
        <p:spPr>
          <a:xfrm>
            <a:off x="7140692" y="772387"/>
            <a:ext cx="6770312" cy="8289656"/>
          </a:xfrm>
          <a:prstGeom prst="rect">
            <a:avLst/>
          </a:prstGeom>
          <a:noFill/>
          <a:ln>
            <a:noFill/>
          </a:ln>
        </p:spPr>
        <p:txBody>
          <a:bodyPr anchorCtr="0" anchor="t" bIns="45700" lIns="91425" spcFirstLastPara="1" rIns="91425" wrap="square" tIns="45700">
            <a:normAutofit/>
          </a:bodyPr>
          <a:lstStyle>
            <a:lvl1pPr indent="-320040" lvl="0" marL="457200" algn="l">
              <a:spcBef>
                <a:spcPts val="1500"/>
              </a:spcBef>
              <a:spcAft>
                <a:spcPts val="0"/>
              </a:spcAft>
              <a:buSzPts val="1440"/>
              <a:buChar char="►"/>
              <a:defRPr/>
            </a:lvl1pPr>
            <a:lvl2pPr indent="-320040" lvl="1" marL="914400" algn="l">
              <a:spcBef>
                <a:spcPts val="1500"/>
              </a:spcBef>
              <a:spcAft>
                <a:spcPts val="0"/>
              </a:spcAft>
              <a:buSzPts val="1440"/>
              <a:buChar char="►"/>
              <a:defRPr/>
            </a:lvl2pPr>
            <a:lvl3pPr indent="-320040" lvl="2" marL="1371600" algn="l">
              <a:spcBef>
                <a:spcPts val="1500"/>
              </a:spcBef>
              <a:spcAft>
                <a:spcPts val="0"/>
              </a:spcAft>
              <a:buSzPts val="1440"/>
              <a:buChar char="►"/>
              <a:defRPr/>
            </a:lvl3pPr>
            <a:lvl4pPr indent="-320040" lvl="3" marL="1828800" algn="l">
              <a:spcBef>
                <a:spcPts val="1500"/>
              </a:spcBef>
              <a:spcAft>
                <a:spcPts val="0"/>
              </a:spcAft>
              <a:buSzPts val="1440"/>
              <a:buChar char="►"/>
              <a:defRPr/>
            </a:lvl4pPr>
            <a:lvl5pPr indent="-320040" lvl="4" marL="2286000" algn="l">
              <a:spcBef>
                <a:spcPts val="1500"/>
              </a:spcBef>
              <a:spcAft>
                <a:spcPts val="0"/>
              </a:spcAft>
              <a:buSzPts val="1440"/>
              <a:buChar char="►"/>
              <a:defRPr/>
            </a:lvl5pPr>
            <a:lvl6pPr indent="-320040" lvl="5" marL="2743200" algn="l">
              <a:spcBef>
                <a:spcPts val="1500"/>
              </a:spcBef>
              <a:spcAft>
                <a:spcPts val="0"/>
              </a:spcAft>
              <a:buSzPts val="1440"/>
              <a:buChar char="►"/>
              <a:defRPr/>
            </a:lvl6pPr>
            <a:lvl7pPr indent="-320040" lvl="6" marL="3200400" algn="l">
              <a:spcBef>
                <a:spcPts val="1500"/>
              </a:spcBef>
              <a:spcAft>
                <a:spcPts val="0"/>
              </a:spcAft>
              <a:buSzPts val="1440"/>
              <a:buChar char="►"/>
              <a:defRPr/>
            </a:lvl7pPr>
            <a:lvl8pPr indent="-320040" lvl="7" marL="3657600" algn="l">
              <a:spcBef>
                <a:spcPts val="1500"/>
              </a:spcBef>
              <a:spcAft>
                <a:spcPts val="0"/>
              </a:spcAft>
              <a:buSzPts val="1440"/>
              <a:buChar char="►"/>
              <a:defRPr/>
            </a:lvl8pPr>
            <a:lvl9pPr indent="-320040" lvl="8" marL="4114800" algn="l">
              <a:spcBef>
                <a:spcPts val="1500"/>
              </a:spcBef>
              <a:spcAft>
                <a:spcPts val="0"/>
              </a:spcAft>
              <a:buSzPts val="1440"/>
              <a:buChar char="►"/>
              <a:defRPr/>
            </a:lvl9pPr>
          </a:lstStyle>
          <a:p/>
        </p:txBody>
      </p:sp>
      <p:sp>
        <p:nvSpPr>
          <p:cNvPr id="83" name="Google Shape;83;p49"/>
          <p:cNvSpPr txBox="1"/>
          <p:nvPr>
            <p:ph idx="2" type="body"/>
          </p:nvPr>
        </p:nvSpPr>
        <p:spPr>
          <a:xfrm>
            <a:off x="1016001" y="4165604"/>
            <a:ext cx="5781792" cy="3876674"/>
          </a:xfrm>
          <a:prstGeom prst="rect">
            <a:avLst/>
          </a:prstGeom>
          <a:noFill/>
          <a:ln>
            <a:noFill/>
          </a:ln>
        </p:spPr>
        <p:txBody>
          <a:bodyPr anchorCtr="0" anchor="t" bIns="45700" lIns="91425" spcFirstLastPara="1" rIns="91425" wrap="square" tIns="45700">
            <a:normAutofit/>
          </a:bodyPr>
          <a:lstStyle>
            <a:lvl1pPr indent="-228600" lvl="0" marL="457200" algn="l">
              <a:spcBef>
                <a:spcPts val="1500"/>
              </a:spcBef>
              <a:spcAft>
                <a:spcPts val="0"/>
              </a:spcAft>
              <a:buSzPts val="1680"/>
              <a:buNone/>
              <a:defRPr sz="2100"/>
            </a:lvl1pPr>
            <a:lvl2pPr indent="-228600" lvl="1" marL="914400" algn="l">
              <a:spcBef>
                <a:spcPts val="1500"/>
              </a:spcBef>
              <a:spcAft>
                <a:spcPts val="0"/>
              </a:spcAft>
              <a:buSzPts val="1680"/>
              <a:buNone/>
              <a:defRPr sz="2100"/>
            </a:lvl2pPr>
            <a:lvl3pPr indent="-228600" lvl="2" marL="1371600" algn="l">
              <a:spcBef>
                <a:spcPts val="1500"/>
              </a:spcBef>
              <a:spcAft>
                <a:spcPts val="0"/>
              </a:spcAft>
              <a:buSzPts val="1440"/>
              <a:buNone/>
              <a:defRPr sz="1800"/>
            </a:lvl3pPr>
            <a:lvl4pPr indent="-228600" lvl="3" marL="1828800" algn="l">
              <a:spcBef>
                <a:spcPts val="1500"/>
              </a:spcBef>
              <a:spcAft>
                <a:spcPts val="0"/>
              </a:spcAft>
              <a:buSzPts val="1200"/>
              <a:buNone/>
              <a:defRPr sz="1500"/>
            </a:lvl4pPr>
            <a:lvl5pPr indent="-228600" lvl="4" marL="2286000" algn="l">
              <a:spcBef>
                <a:spcPts val="1500"/>
              </a:spcBef>
              <a:spcAft>
                <a:spcPts val="0"/>
              </a:spcAft>
              <a:buSzPts val="1200"/>
              <a:buNone/>
              <a:defRPr sz="1500"/>
            </a:lvl5pPr>
            <a:lvl6pPr indent="-228600" lvl="5" marL="2743200" algn="l">
              <a:spcBef>
                <a:spcPts val="1500"/>
              </a:spcBef>
              <a:spcAft>
                <a:spcPts val="0"/>
              </a:spcAft>
              <a:buSzPts val="1200"/>
              <a:buNone/>
              <a:defRPr sz="1500"/>
            </a:lvl6pPr>
            <a:lvl7pPr indent="-228600" lvl="6" marL="3200400" algn="l">
              <a:spcBef>
                <a:spcPts val="1500"/>
              </a:spcBef>
              <a:spcAft>
                <a:spcPts val="0"/>
              </a:spcAft>
              <a:buSzPts val="1200"/>
              <a:buNone/>
              <a:defRPr sz="1500"/>
            </a:lvl7pPr>
            <a:lvl8pPr indent="-228600" lvl="7" marL="3657600" algn="l">
              <a:spcBef>
                <a:spcPts val="1500"/>
              </a:spcBef>
              <a:spcAft>
                <a:spcPts val="0"/>
              </a:spcAft>
              <a:buSzPts val="1200"/>
              <a:buNone/>
              <a:defRPr sz="1500"/>
            </a:lvl8pPr>
            <a:lvl9pPr indent="-228600" lvl="8" marL="4114800" algn="l">
              <a:spcBef>
                <a:spcPts val="1500"/>
              </a:spcBef>
              <a:spcAft>
                <a:spcPts val="0"/>
              </a:spcAft>
              <a:buSzPts val="1200"/>
              <a:buNone/>
              <a:defRPr sz="1500"/>
            </a:lvl9pPr>
          </a:lstStyle>
          <a:p/>
        </p:txBody>
      </p:sp>
      <p:sp>
        <p:nvSpPr>
          <p:cNvPr id="84" name="Google Shape;84;p49"/>
          <p:cNvSpPr txBox="1"/>
          <p:nvPr>
            <p:ph idx="10" type="dt"/>
          </p:nvPr>
        </p:nvSpPr>
        <p:spPr>
          <a:xfrm>
            <a:off x="10807700" y="9062044"/>
            <a:ext cx="1367909"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9"/>
          <p:cNvSpPr txBox="1"/>
          <p:nvPr>
            <p:ph idx="11" type="ftr"/>
          </p:nvPr>
        </p:nvSpPr>
        <p:spPr>
          <a:xfrm>
            <a:off x="1016001" y="9062044"/>
            <a:ext cx="9446418"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49"/>
          <p:cNvSpPr txBox="1"/>
          <p:nvPr>
            <p:ph idx="12" type="sldNum"/>
          </p:nvPr>
        </p:nvSpPr>
        <p:spPr>
          <a:xfrm>
            <a:off x="12885995" y="9062044"/>
            <a:ext cx="1025009"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1300"/>
              <a:buFont typeface="Trebuchet MS"/>
              <a:buNone/>
              <a:defRPr/>
            </a:lvl1pPr>
            <a:lvl2pPr indent="0" lvl="1" marL="0" algn="r">
              <a:spcBef>
                <a:spcPts val="0"/>
              </a:spcBef>
              <a:spcAft>
                <a:spcPts val="0"/>
              </a:spcAft>
              <a:buClr>
                <a:schemeClr val="accent1"/>
              </a:buClr>
              <a:buSzPts val="1300"/>
              <a:buFont typeface="Trebuchet MS"/>
              <a:buNone/>
              <a:defRPr/>
            </a:lvl2pPr>
            <a:lvl3pPr indent="0" lvl="2" marL="0" algn="r">
              <a:spcBef>
                <a:spcPts val="0"/>
              </a:spcBef>
              <a:spcAft>
                <a:spcPts val="0"/>
              </a:spcAft>
              <a:buClr>
                <a:schemeClr val="accent1"/>
              </a:buClr>
              <a:buSzPts val="1300"/>
              <a:buFont typeface="Trebuchet MS"/>
              <a:buNone/>
              <a:defRPr/>
            </a:lvl3pPr>
            <a:lvl4pPr indent="0" lvl="3" marL="0" algn="r">
              <a:spcBef>
                <a:spcPts val="0"/>
              </a:spcBef>
              <a:spcAft>
                <a:spcPts val="0"/>
              </a:spcAft>
              <a:buClr>
                <a:schemeClr val="accent1"/>
              </a:buClr>
              <a:buSzPts val="1300"/>
              <a:buFont typeface="Trebuchet MS"/>
              <a:buNone/>
              <a:defRPr/>
            </a:lvl4pPr>
            <a:lvl5pPr indent="0" lvl="4" marL="0" algn="r">
              <a:spcBef>
                <a:spcPts val="0"/>
              </a:spcBef>
              <a:spcAft>
                <a:spcPts val="0"/>
              </a:spcAft>
              <a:buClr>
                <a:schemeClr val="accent1"/>
              </a:buClr>
              <a:buSzPts val="1300"/>
              <a:buFont typeface="Trebuchet MS"/>
              <a:buNone/>
              <a:defRPr/>
            </a:lvl5pPr>
            <a:lvl6pPr indent="0" lvl="5" marL="0" algn="r">
              <a:spcBef>
                <a:spcPts val="0"/>
              </a:spcBef>
              <a:spcAft>
                <a:spcPts val="0"/>
              </a:spcAft>
              <a:buClr>
                <a:schemeClr val="accent1"/>
              </a:buClr>
              <a:buSzPts val="1300"/>
              <a:buFont typeface="Trebuchet MS"/>
              <a:buNone/>
              <a:defRPr/>
            </a:lvl6pPr>
            <a:lvl7pPr indent="0" lvl="6" marL="0" algn="r">
              <a:spcBef>
                <a:spcPts val="0"/>
              </a:spcBef>
              <a:spcAft>
                <a:spcPts val="0"/>
              </a:spcAft>
              <a:buClr>
                <a:schemeClr val="accent1"/>
              </a:buClr>
              <a:buSzPts val="1300"/>
              <a:buFont typeface="Trebuchet MS"/>
              <a:buNone/>
              <a:defRPr/>
            </a:lvl7pPr>
            <a:lvl8pPr indent="0" lvl="7" marL="0" algn="r">
              <a:spcBef>
                <a:spcPts val="0"/>
              </a:spcBef>
              <a:spcAft>
                <a:spcPts val="0"/>
              </a:spcAft>
              <a:buClr>
                <a:schemeClr val="accent1"/>
              </a:buClr>
              <a:buSzPts val="1300"/>
              <a:buFont typeface="Trebuchet MS"/>
              <a:buNone/>
              <a:defRPr/>
            </a:lvl8pPr>
            <a:lvl9pPr indent="0" lvl="8" marL="0" algn="r">
              <a:spcBef>
                <a:spcPts val="0"/>
              </a:spcBef>
              <a:spcAft>
                <a:spcPts val="0"/>
              </a:spcAft>
              <a:buClr>
                <a:schemeClr val="accent1"/>
              </a:buClr>
              <a:buSzPts val="13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87" name="Shape 87"/>
        <p:cNvGrpSpPr/>
        <p:nvPr/>
      </p:nvGrpSpPr>
      <p:grpSpPr>
        <a:xfrm>
          <a:off x="0" y="0"/>
          <a:ext cx="0" cy="0"/>
          <a:chOff x="0" y="0"/>
          <a:chExt cx="0" cy="0"/>
        </a:xfrm>
      </p:grpSpPr>
      <p:sp>
        <p:nvSpPr>
          <p:cNvPr id="88" name="Google Shape;88;p50"/>
          <p:cNvSpPr txBox="1"/>
          <p:nvPr>
            <p:ph type="title"/>
          </p:nvPr>
        </p:nvSpPr>
        <p:spPr>
          <a:xfrm>
            <a:off x="1016002" y="7200900"/>
            <a:ext cx="12895001" cy="850107"/>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3600"/>
              <a:buFont typeface="Trebuchet MS"/>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50"/>
          <p:cNvSpPr/>
          <p:nvPr>
            <p:ph idx="2" type="pic"/>
          </p:nvPr>
        </p:nvSpPr>
        <p:spPr>
          <a:xfrm>
            <a:off x="1016001" y="914400"/>
            <a:ext cx="12895002" cy="5768577"/>
          </a:xfrm>
          <a:prstGeom prst="rect">
            <a:avLst/>
          </a:prstGeom>
          <a:noFill/>
          <a:ln>
            <a:noFill/>
          </a:ln>
        </p:spPr>
      </p:sp>
      <p:sp>
        <p:nvSpPr>
          <p:cNvPr id="90" name="Google Shape;90;p50"/>
          <p:cNvSpPr txBox="1"/>
          <p:nvPr>
            <p:ph idx="1" type="body"/>
          </p:nvPr>
        </p:nvSpPr>
        <p:spPr>
          <a:xfrm>
            <a:off x="1016002" y="8051007"/>
            <a:ext cx="12895001" cy="1011036"/>
          </a:xfrm>
          <a:prstGeom prst="rect">
            <a:avLst/>
          </a:prstGeom>
          <a:noFill/>
          <a:ln>
            <a:noFill/>
          </a:ln>
        </p:spPr>
        <p:txBody>
          <a:bodyPr anchorCtr="0" anchor="t" bIns="45700" lIns="91425" spcFirstLastPara="1" rIns="91425" wrap="square" tIns="45700">
            <a:normAutofit/>
          </a:bodyPr>
          <a:lstStyle>
            <a:lvl1pPr indent="-228600" lvl="0" marL="457200" algn="l">
              <a:spcBef>
                <a:spcPts val="1500"/>
              </a:spcBef>
              <a:spcAft>
                <a:spcPts val="0"/>
              </a:spcAft>
              <a:buSzPts val="1440"/>
              <a:buNone/>
              <a:defRPr sz="1800"/>
            </a:lvl1pPr>
            <a:lvl2pPr indent="-228600" lvl="1" marL="914400" algn="l">
              <a:spcBef>
                <a:spcPts val="1500"/>
              </a:spcBef>
              <a:spcAft>
                <a:spcPts val="0"/>
              </a:spcAft>
              <a:buSzPts val="1440"/>
              <a:buNone/>
              <a:defRPr sz="1800"/>
            </a:lvl2pPr>
            <a:lvl3pPr indent="-228600" lvl="2" marL="1371600" algn="l">
              <a:spcBef>
                <a:spcPts val="1500"/>
              </a:spcBef>
              <a:spcAft>
                <a:spcPts val="0"/>
              </a:spcAft>
              <a:buSzPts val="1200"/>
              <a:buNone/>
              <a:defRPr sz="1500"/>
            </a:lvl3pPr>
            <a:lvl4pPr indent="-228600" lvl="3" marL="1828800" algn="l">
              <a:spcBef>
                <a:spcPts val="1500"/>
              </a:spcBef>
              <a:spcAft>
                <a:spcPts val="0"/>
              </a:spcAft>
              <a:buSzPts val="1080"/>
              <a:buNone/>
              <a:defRPr sz="1350"/>
            </a:lvl4pPr>
            <a:lvl5pPr indent="-228600" lvl="4" marL="2286000" algn="l">
              <a:spcBef>
                <a:spcPts val="1500"/>
              </a:spcBef>
              <a:spcAft>
                <a:spcPts val="0"/>
              </a:spcAft>
              <a:buSzPts val="1080"/>
              <a:buNone/>
              <a:defRPr sz="1350"/>
            </a:lvl5pPr>
            <a:lvl6pPr indent="-228600" lvl="5" marL="2743200" algn="l">
              <a:spcBef>
                <a:spcPts val="1500"/>
              </a:spcBef>
              <a:spcAft>
                <a:spcPts val="0"/>
              </a:spcAft>
              <a:buSzPts val="1080"/>
              <a:buNone/>
              <a:defRPr sz="1350"/>
            </a:lvl6pPr>
            <a:lvl7pPr indent="-228600" lvl="6" marL="3200400" algn="l">
              <a:spcBef>
                <a:spcPts val="1500"/>
              </a:spcBef>
              <a:spcAft>
                <a:spcPts val="0"/>
              </a:spcAft>
              <a:buSzPts val="1080"/>
              <a:buNone/>
              <a:defRPr sz="1350"/>
            </a:lvl7pPr>
            <a:lvl8pPr indent="-228600" lvl="7" marL="3657600" algn="l">
              <a:spcBef>
                <a:spcPts val="1500"/>
              </a:spcBef>
              <a:spcAft>
                <a:spcPts val="0"/>
              </a:spcAft>
              <a:buSzPts val="1080"/>
              <a:buNone/>
              <a:defRPr sz="1350"/>
            </a:lvl8pPr>
            <a:lvl9pPr indent="-228600" lvl="8" marL="4114800" algn="l">
              <a:spcBef>
                <a:spcPts val="1500"/>
              </a:spcBef>
              <a:spcAft>
                <a:spcPts val="0"/>
              </a:spcAft>
              <a:buSzPts val="1080"/>
              <a:buNone/>
              <a:defRPr sz="1350"/>
            </a:lvl9pPr>
          </a:lstStyle>
          <a:p/>
        </p:txBody>
      </p:sp>
      <p:sp>
        <p:nvSpPr>
          <p:cNvPr id="91" name="Google Shape;91;p50"/>
          <p:cNvSpPr txBox="1"/>
          <p:nvPr>
            <p:ph idx="10" type="dt"/>
          </p:nvPr>
        </p:nvSpPr>
        <p:spPr>
          <a:xfrm>
            <a:off x="10807700" y="9062044"/>
            <a:ext cx="1367909"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50"/>
          <p:cNvSpPr txBox="1"/>
          <p:nvPr>
            <p:ph idx="11" type="ftr"/>
          </p:nvPr>
        </p:nvSpPr>
        <p:spPr>
          <a:xfrm>
            <a:off x="1016001" y="9062044"/>
            <a:ext cx="9446418"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50"/>
          <p:cNvSpPr txBox="1"/>
          <p:nvPr>
            <p:ph idx="12" type="sldNum"/>
          </p:nvPr>
        </p:nvSpPr>
        <p:spPr>
          <a:xfrm>
            <a:off x="12885995" y="9062044"/>
            <a:ext cx="1025009"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1300"/>
              <a:buFont typeface="Trebuchet MS"/>
              <a:buNone/>
              <a:defRPr/>
            </a:lvl1pPr>
            <a:lvl2pPr indent="0" lvl="1" marL="0" algn="r">
              <a:spcBef>
                <a:spcPts val="0"/>
              </a:spcBef>
              <a:spcAft>
                <a:spcPts val="0"/>
              </a:spcAft>
              <a:buClr>
                <a:schemeClr val="accent1"/>
              </a:buClr>
              <a:buSzPts val="1300"/>
              <a:buFont typeface="Trebuchet MS"/>
              <a:buNone/>
              <a:defRPr/>
            </a:lvl2pPr>
            <a:lvl3pPr indent="0" lvl="2" marL="0" algn="r">
              <a:spcBef>
                <a:spcPts val="0"/>
              </a:spcBef>
              <a:spcAft>
                <a:spcPts val="0"/>
              </a:spcAft>
              <a:buClr>
                <a:schemeClr val="accent1"/>
              </a:buClr>
              <a:buSzPts val="1300"/>
              <a:buFont typeface="Trebuchet MS"/>
              <a:buNone/>
              <a:defRPr/>
            </a:lvl3pPr>
            <a:lvl4pPr indent="0" lvl="3" marL="0" algn="r">
              <a:spcBef>
                <a:spcPts val="0"/>
              </a:spcBef>
              <a:spcAft>
                <a:spcPts val="0"/>
              </a:spcAft>
              <a:buClr>
                <a:schemeClr val="accent1"/>
              </a:buClr>
              <a:buSzPts val="1300"/>
              <a:buFont typeface="Trebuchet MS"/>
              <a:buNone/>
              <a:defRPr/>
            </a:lvl4pPr>
            <a:lvl5pPr indent="0" lvl="4" marL="0" algn="r">
              <a:spcBef>
                <a:spcPts val="0"/>
              </a:spcBef>
              <a:spcAft>
                <a:spcPts val="0"/>
              </a:spcAft>
              <a:buClr>
                <a:schemeClr val="accent1"/>
              </a:buClr>
              <a:buSzPts val="1300"/>
              <a:buFont typeface="Trebuchet MS"/>
              <a:buNone/>
              <a:defRPr/>
            </a:lvl5pPr>
            <a:lvl6pPr indent="0" lvl="5" marL="0" algn="r">
              <a:spcBef>
                <a:spcPts val="0"/>
              </a:spcBef>
              <a:spcAft>
                <a:spcPts val="0"/>
              </a:spcAft>
              <a:buClr>
                <a:schemeClr val="accent1"/>
              </a:buClr>
              <a:buSzPts val="1300"/>
              <a:buFont typeface="Trebuchet MS"/>
              <a:buNone/>
              <a:defRPr/>
            </a:lvl6pPr>
            <a:lvl7pPr indent="0" lvl="6" marL="0" algn="r">
              <a:spcBef>
                <a:spcPts val="0"/>
              </a:spcBef>
              <a:spcAft>
                <a:spcPts val="0"/>
              </a:spcAft>
              <a:buClr>
                <a:schemeClr val="accent1"/>
              </a:buClr>
              <a:buSzPts val="1300"/>
              <a:buFont typeface="Trebuchet MS"/>
              <a:buNone/>
              <a:defRPr/>
            </a:lvl7pPr>
            <a:lvl8pPr indent="0" lvl="7" marL="0" algn="r">
              <a:spcBef>
                <a:spcPts val="0"/>
              </a:spcBef>
              <a:spcAft>
                <a:spcPts val="0"/>
              </a:spcAft>
              <a:buClr>
                <a:schemeClr val="accent1"/>
              </a:buClr>
              <a:buSzPts val="1300"/>
              <a:buFont typeface="Trebuchet MS"/>
              <a:buNone/>
              <a:defRPr/>
            </a:lvl8pPr>
            <a:lvl9pPr indent="0" lvl="8" marL="0" algn="r">
              <a:spcBef>
                <a:spcPts val="0"/>
              </a:spcBef>
              <a:spcAft>
                <a:spcPts val="0"/>
              </a:spcAft>
              <a:buClr>
                <a:schemeClr val="accent1"/>
              </a:buClr>
              <a:buSzPts val="13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escripción">
  <p:cSld name="Título y descripción">
    <p:spTree>
      <p:nvGrpSpPr>
        <p:cNvPr id="94" name="Shape 94"/>
        <p:cNvGrpSpPr/>
        <p:nvPr/>
      </p:nvGrpSpPr>
      <p:grpSpPr>
        <a:xfrm>
          <a:off x="0" y="0"/>
          <a:ext cx="0" cy="0"/>
          <a:chOff x="0" y="0"/>
          <a:chExt cx="0" cy="0"/>
        </a:xfrm>
      </p:grpSpPr>
      <p:sp>
        <p:nvSpPr>
          <p:cNvPr id="95" name="Google Shape;95;p51"/>
          <p:cNvSpPr txBox="1"/>
          <p:nvPr>
            <p:ph type="title"/>
          </p:nvPr>
        </p:nvSpPr>
        <p:spPr>
          <a:xfrm>
            <a:off x="1016003" y="914400"/>
            <a:ext cx="12895002" cy="5105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6600"/>
              <a:buFont typeface="Trebuchet MS"/>
              <a:buNone/>
              <a:defRPr b="0" sz="66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51"/>
          <p:cNvSpPr txBox="1"/>
          <p:nvPr>
            <p:ph idx="1" type="body"/>
          </p:nvPr>
        </p:nvSpPr>
        <p:spPr>
          <a:xfrm>
            <a:off x="1016003" y="6705600"/>
            <a:ext cx="12895002" cy="2356443"/>
          </a:xfrm>
          <a:prstGeom prst="rect">
            <a:avLst/>
          </a:prstGeom>
          <a:noFill/>
          <a:ln>
            <a:noFill/>
          </a:ln>
        </p:spPr>
        <p:txBody>
          <a:bodyPr anchorCtr="0" anchor="ctr" bIns="45700" lIns="91425" spcFirstLastPara="1" rIns="91425" wrap="square" tIns="45700">
            <a:normAutofit/>
          </a:bodyPr>
          <a:lstStyle>
            <a:lvl1pPr indent="-228600" lvl="0" marL="457200" algn="l">
              <a:spcBef>
                <a:spcPts val="1500"/>
              </a:spcBef>
              <a:spcAft>
                <a:spcPts val="0"/>
              </a:spcAft>
              <a:buSzPts val="2160"/>
              <a:buNone/>
              <a:defRPr sz="2700">
                <a:solidFill>
                  <a:srgbClr val="3F3F3F"/>
                </a:solidFill>
              </a:defRPr>
            </a:lvl1pPr>
            <a:lvl2pPr indent="-228600" lvl="1" marL="914400" algn="l">
              <a:spcBef>
                <a:spcPts val="1500"/>
              </a:spcBef>
              <a:spcAft>
                <a:spcPts val="0"/>
              </a:spcAft>
              <a:buSzPts val="2160"/>
              <a:buNone/>
              <a:defRPr sz="2700">
                <a:solidFill>
                  <a:srgbClr val="888888"/>
                </a:solidFill>
              </a:defRPr>
            </a:lvl2pPr>
            <a:lvl3pPr indent="-228600" lvl="2" marL="1371600" algn="l">
              <a:spcBef>
                <a:spcPts val="1500"/>
              </a:spcBef>
              <a:spcAft>
                <a:spcPts val="0"/>
              </a:spcAft>
              <a:buSzPts val="1920"/>
              <a:buNone/>
              <a:defRPr sz="2400">
                <a:solidFill>
                  <a:srgbClr val="888888"/>
                </a:solidFill>
              </a:defRPr>
            </a:lvl3pPr>
            <a:lvl4pPr indent="-228600" lvl="3" marL="1828800" algn="l">
              <a:spcBef>
                <a:spcPts val="1500"/>
              </a:spcBef>
              <a:spcAft>
                <a:spcPts val="0"/>
              </a:spcAft>
              <a:buSzPts val="1680"/>
              <a:buNone/>
              <a:defRPr sz="2100">
                <a:solidFill>
                  <a:srgbClr val="888888"/>
                </a:solidFill>
              </a:defRPr>
            </a:lvl4pPr>
            <a:lvl5pPr indent="-228600" lvl="4" marL="2286000" algn="l">
              <a:spcBef>
                <a:spcPts val="1500"/>
              </a:spcBef>
              <a:spcAft>
                <a:spcPts val="0"/>
              </a:spcAft>
              <a:buSzPts val="1680"/>
              <a:buNone/>
              <a:defRPr sz="2100">
                <a:solidFill>
                  <a:srgbClr val="888888"/>
                </a:solidFill>
              </a:defRPr>
            </a:lvl5pPr>
            <a:lvl6pPr indent="-228600" lvl="5" marL="2743200" algn="l">
              <a:spcBef>
                <a:spcPts val="1500"/>
              </a:spcBef>
              <a:spcAft>
                <a:spcPts val="0"/>
              </a:spcAft>
              <a:buSzPts val="1680"/>
              <a:buNone/>
              <a:defRPr sz="2100">
                <a:solidFill>
                  <a:srgbClr val="888888"/>
                </a:solidFill>
              </a:defRPr>
            </a:lvl6pPr>
            <a:lvl7pPr indent="-228600" lvl="6" marL="3200400" algn="l">
              <a:spcBef>
                <a:spcPts val="1500"/>
              </a:spcBef>
              <a:spcAft>
                <a:spcPts val="0"/>
              </a:spcAft>
              <a:buSzPts val="1680"/>
              <a:buNone/>
              <a:defRPr sz="2100">
                <a:solidFill>
                  <a:srgbClr val="888888"/>
                </a:solidFill>
              </a:defRPr>
            </a:lvl7pPr>
            <a:lvl8pPr indent="-228600" lvl="7" marL="3657600" algn="l">
              <a:spcBef>
                <a:spcPts val="1500"/>
              </a:spcBef>
              <a:spcAft>
                <a:spcPts val="0"/>
              </a:spcAft>
              <a:buSzPts val="1680"/>
              <a:buNone/>
              <a:defRPr sz="2100">
                <a:solidFill>
                  <a:srgbClr val="888888"/>
                </a:solidFill>
              </a:defRPr>
            </a:lvl8pPr>
            <a:lvl9pPr indent="-228600" lvl="8" marL="4114800" algn="l">
              <a:spcBef>
                <a:spcPts val="1500"/>
              </a:spcBef>
              <a:spcAft>
                <a:spcPts val="0"/>
              </a:spcAft>
              <a:buSzPts val="1680"/>
              <a:buNone/>
              <a:defRPr sz="2100">
                <a:solidFill>
                  <a:srgbClr val="888888"/>
                </a:solidFill>
              </a:defRPr>
            </a:lvl9pPr>
          </a:lstStyle>
          <a:p/>
        </p:txBody>
      </p:sp>
      <p:sp>
        <p:nvSpPr>
          <p:cNvPr id="97" name="Google Shape;97;p51"/>
          <p:cNvSpPr txBox="1"/>
          <p:nvPr>
            <p:ph idx="10" type="dt"/>
          </p:nvPr>
        </p:nvSpPr>
        <p:spPr>
          <a:xfrm>
            <a:off x="10807700" y="9062044"/>
            <a:ext cx="1367909"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51"/>
          <p:cNvSpPr txBox="1"/>
          <p:nvPr>
            <p:ph idx="11" type="ftr"/>
          </p:nvPr>
        </p:nvSpPr>
        <p:spPr>
          <a:xfrm>
            <a:off x="1016001" y="9062044"/>
            <a:ext cx="9446418"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51"/>
          <p:cNvSpPr txBox="1"/>
          <p:nvPr>
            <p:ph idx="12" type="sldNum"/>
          </p:nvPr>
        </p:nvSpPr>
        <p:spPr>
          <a:xfrm>
            <a:off x="12885995" y="9062044"/>
            <a:ext cx="1025009"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1300"/>
              <a:buFont typeface="Trebuchet MS"/>
              <a:buNone/>
              <a:defRPr/>
            </a:lvl1pPr>
            <a:lvl2pPr indent="0" lvl="1" marL="0" algn="r">
              <a:spcBef>
                <a:spcPts val="0"/>
              </a:spcBef>
              <a:spcAft>
                <a:spcPts val="0"/>
              </a:spcAft>
              <a:buClr>
                <a:schemeClr val="accent1"/>
              </a:buClr>
              <a:buSzPts val="1300"/>
              <a:buFont typeface="Trebuchet MS"/>
              <a:buNone/>
              <a:defRPr/>
            </a:lvl2pPr>
            <a:lvl3pPr indent="0" lvl="2" marL="0" algn="r">
              <a:spcBef>
                <a:spcPts val="0"/>
              </a:spcBef>
              <a:spcAft>
                <a:spcPts val="0"/>
              </a:spcAft>
              <a:buClr>
                <a:schemeClr val="accent1"/>
              </a:buClr>
              <a:buSzPts val="1300"/>
              <a:buFont typeface="Trebuchet MS"/>
              <a:buNone/>
              <a:defRPr/>
            </a:lvl3pPr>
            <a:lvl4pPr indent="0" lvl="3" marL="0" algn="r">
              <a:spcBef>
                <a:spcPts val="0"/>
              </a:spcBef>
              <a:spcAft>
                <a:spcPts val="0"/>
              </a:spcAft>
              <a:buClr>
                <a:schemeClr val="accent1"/>
              </a:buClr>
              <a:buSzPts val="1300"/>
              <a:buFont typeface="Trebuchet MS"/>
              <a:buNone/>
              <a:defRPr/>
            </a:lvl4pPr>
            <a:lvl5pPr indent="0" lvl="4" marL="0" algn="r">
              <a:spcBef>
                <a:spcPts val="0"/>
              </a:spcBef>
              <a:spcAft>
                <a:spcPts val="0"/>
              </a:spcAft>
              <a:buClr>
                <a:schemeClr val="accent1"/>
              </a:buClr>
              <a:buSzPts val="1300"/>
              <a:buFont typeface="Trebuchet MS"/>
              <a:buNone/>
              <a:defRPr/>
            </a:lvl5pPr>
            <a:lvl6pPr indent="0" lvl="5" marL="0" algn="r">
              <a:spcBef>
                <a:spcPts val="0"/>
              </a:spcBef>
              <a:spcAft>
                <a:spcPts val="0"/>
              </a:spcAft>
              <a:buClr>
                <a:schemeClr val="accent1"/>
              </a:buClr>
              <a:buSzPts val="1300"/>
              <a:buFont typeface="Trebuchet MS"/>
              <a:buNone/>
              <a:defRPr/>
            </a:lvl6pPr>
            <a:lvl7pPr indent="0" lvl="6" marL="0" algn="r">
              <a:spcBef>
                <a:spcPts val="0"/>
              </a:spcBef>
              <a:spcAft>
                <a:spcPts val="0"/>
              </a:spcAft>
              <a:buClr>
                <a:schemeClr val="accent1"/>
              </a:buClr>
              <a:buSzPts val="1300"/>
              <a:buFont typeface="Trebuchet MS"/>
              <a:buNone/>
              <a:defRPr/>
            </a:lvl7pPr>
            <a:lvl8pPr indent="0" lvl="7" marL="0" algn="r">
              <a:spcBef>
                <a:spcPts val="0"/>
              </a:spcBef>
              <a:spcAft>
                <a:spcPts val="0"/>
              </a:spcAft>
              <a:buClr>
                <a:schemeClr val="accent1"/>
              </a:buClr>
              <a:buSzPts val="1300"/>
              <a:buFont typeface="Trebuchet MS"/>
              <a:buNone/>
              <a:defRPr/>
            </a:lvl8pPr>
            <a:lvl9pPr indent="0" lvl="8" marL="0" algn="r">
              <a:spcBef>
                <a:spcPts val="0"/>
              </a:spcBef>
              <a:spcAft>
                <a:spcPts val="0"/>
              </a:spcAft>
              <a:buClr>
                <a:schemeClr val="accent1"/>
              </a:buClr>
              <a:buSzPts val="13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con descripción">
  <p:cSld name="Cita con descripción">
    <p:spTree>
      <p:nvGrpSpPr>
        <p:cNvPr id="100" name="Shape 100"/>
        <p:cNvGrpSpPr/>
        <p:nvPr/>
      </p:nvGrpSpPr>
      <p:grpSpPr>
        <a:xfrm>
          <a:off x="0" y="0"/>
          <a:ext cx="0" cy="0"/>
          <a:chOff x="0" y="0"/>
          <a:chExt cx="0" cy="0"/>
        </a:xfrm>
      </p:grpSpPr>
      <p:sp>
        <p:nvSpPr>
          <p:cNvPr id="101" name="Google Shape;101;p52"/>
          <p:cNvSpPr txBox="1"/>
          <p:nvPr>
            <p:ph type="title"/>
          </p:nvPr>
        </p:nvSpPr>
        <p:spPr>
          <a:xfrm>
            <a:off x="1397001" y="914400"/>
            <a:ext cx="12141201" cy="45339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6600"/>
              <a:buFont typeface="Trebuchet MS"/>
              <a:buNone/>
              <a:defRPr b="0" sz="66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52"/>
          <p:cNvSpPr txBox="1"/>
          <p:nvPr>
            <p:ph idx="1" type="body"/>
          </p:nvPr>
        </p:nvSpPr>
        <p:spPr>
          <a:xfrm>
            <a:off x="2049209" y="5448300"/>
            <a:ext cx="10836786" cy="571500"/>
          </a:xfrm>
          <a:prstGeom prst="rect">
            <a:avLst/>
          </a:prstGeom>
          <a:noFill/>
          <a:ln>
            <a:noFill/>
          </a:ln>
        </p:spPr>
        <p:txBody>
          <a:bodyPr anchorCtr="0" anchor="ctr" bIns="45700" lIns="91425" spcFirstLastPara="1" rIns="91425" wrap="square" tIns="45700">
            <a:noAutofit/>
          </a:bodyPr>
          <a:lstStyle>
            <a:lvl1pPr indent="-228600" lvl="0" marL="457200" algn="l">
              <a:spcBef>
                <a:spcPts val="1500"/>
              </a:spcBef>
              <a:spcAft>
                <a:spcPts val="0"/>
              </a:spcAft>
              <a:buSzPts val="1920"/>
              <a:buFont typeface="Trebuchet MS"/>
              <a:buNone/>
              <a:defRPr sz="2400">
                <a:solidFill>
                  <a:srgbClr val="7F7F7F"/>
                </a:solidFill>
              </a:defRPr>
            </a:lvl1pPr>
            <a:lvl2pPr indent="-228600" lvl="1" marL="914400" algn="l">
              <a:spcBef>
                <a:spcPts val="1500"/>
              </a:spcBef>
              <a:spcAft>
                <a:spcPts val="0"/>
              </a:spcAft>
              <a:buSzPts val="1920"/>
              <a:buFont typeface="Trebuchet MS"/>
              <a:buNone/>
              <a:defRPr/>
            </a:lvl2pPr>
            <a:lvl3pPr indent="-228600" lvl="2" marL="1371600" algn="l">
              <a:spcBef>
                <a:spcPts val="1500"/>
              </a:spcBef>
              <a:spcAft>
                <a:spcPts val="0"/>
              </a:spcAft>
              <a:buSzPts val="1680"/>
              <a:buFont typeface="Trebuchet MS"/>
              <a:buNone/>
              <a:defRPr/>
            </a:lvl3pPr>
            <a:lvl4pPr indent="-228600" lvl="3" marL="1828800" algn="l">
              <a:spcBef>
                <a:spcPts val="1500"/>
              </a:spcBef>
              <a:spcAft>
                <a:spcPts val="0"/>
              </a:spcAft>
              <a:buSzPts val="1440"/>
              <a:buFont typeface="Trebuchet MS"/>
              <a:buNone/>
              <a:defRPr/>
            </a:lvl4pPr>
            <a:lvl5pPr indent="-228600" lvl="4" marL="2286000" algn="l">
              <a:spcBef>
                <a:spcPts val="1500"/>
              </a:spcBef>
              <a:spcAft>
                <a:spcPts val="0"/>
              </a:spcAft>
              <a:buSzPts val="1440"/>
              <a:buFont typeface="Trebuchet MS"/>
              <a:buNone/>
              <a:defRPr/>
            </a:lvl5pPr>
            <a:lvl6pPr indent="-320040" lvl="5" marL="2743200" algn="l">
              <a:spcBef>
                <a:spcPts val="1500"/>
              </a:spcBef>
              <a:spcAft>
                <a:spcPts val="0"/>
              </a:spcAft>
              <a:buSzPts val="1440"/>
              <a:buChar char="►"/>
              <a:defRPr/>
            </a:lvl6pPr>
            <a:lvl7pPr indent="-320040" lvl="6" marL="3200400" algn="l">
              <a:spcBef>
                <a:spcPts val="1500"/>
              </a:spcBef>
              <a:spcAft>
                <a:spcPts val="0"/>
              </a:spcAft>
              <a:buSzPts val="1440"/>
              <a:buChar char="►"/>
              <a:defRPr/>
            </a:lvl7pPr>
            <a:lvl8pPr indent="-320040" lvl="7" marL="3657600" algn="l">
              <a:spcBef>
                <a:spcPts val="1500"/>
              </a:spcBef>
              <a:spcAft>
                <a:spcPts val="0"/>
              </a:spcAft>
              <a:buSzPts val="1440"/>
              <a:buChar char="►"/>
              <a:defRPr/>
            </a:lvl8pPr>
            <a:lvl9pPr indent="-320040" lvl="8" marL="4114800" algn="l">
              <a:spcBef>
                <a:spcPts val="1500"/>
              </a:spcBef>
              <a:spcAft>
                <a:spcPts val="0"/>
              </a:spcAft>
              <a:buSzPts val="1440"/>
              <a:buChar char="►"/>
              <a:defRPr/>
            </a:lvl9pPr>
          </a:lstStyle>
          <a:p/>
        </p:txBody>
      </p:sp>
      <p:sp>
        <p:nvSpPr>
          <p:cNvPr id="103" name="Google Shape;103;p52"/>
          <p:cNvSpPr txBox="1"/>
          <p:nvPr>
            <p:ph idx="2" type="body"/>
          </p:nvPr>
        </p:nvSpPr>
        <p:spPr>
          <a:xfrm>
            <a:off x="1016003" y="6705600"/>
            <a:ext cx="12895002" cy="2356443"/>
          </a:xfrm>
          <a:prstGeom prst="rect">
            <a:avLst/>
          </a:prstGeom>
          <a:noFill/>
          <a:ln>
            <a:noFill/>
          </a:ln>
        </p:spPr>
        <p:txBody>
          <a:bodyPr anchorCtr="0" anchor="ctr" bIns="45700" lIns="91425" spcFirstLastPara="1" rIns="91425" wrap="square" tIns="45700">
            <a:normAutofit/>
          </a:bodyPr>
          <a:lstStyle>
            <a:lvl1pPr indent="-228600" lvl="0" marL="457200" algn="l">
              <a:spcBef>
                <a:spcPts val="1500"/>
              </a:spcBef>
              <a:spcAft>
                <a:spcPts val="0"/>
              </a:spcAft>
              <a:buSzPts val="2160"/>
              <a:buNone/>
              <a:defRPr sz="2700">
                <a:solidFill>
                  <a:srgbClr val="3F3F3F"/>
                </a:solidFill>
              </a:defRPr>
            </a:lvl1pPr>
            <a:lvl2pPr indent="-228600" lvl="1" marL="914400" algn="l">
              <a:spcBef>
                <a:spcPts val="1500"/>
              </a:spcBef>
              <a:spcAft>
                <a:spcPts val="0"/>
              </a:spcAft>
              <a:buSzPts val="2160"/>
              <a:buNone/>
              <a:defRPr sz="2700">
                <a:solidFill>
                  <a:srgbClr val="888888"/>
                </a:solidFill>
              </a:defRPr>
            </a:lvl2pPr>
            <a:lvl3pPr indent="-228600" lvl="2" marL="1371600" algn="l">
              <a:spcBef>
                <a:spcPts val="1500"/>
              </a:spcBef>
              <a:spcAft>
                <a:spcPts val="0"/>
              </a:spcAft>
              <a:buSzPts val="1920"/>
              <a:buNone/>
              <a:defRPr sz="2400">
                <a:solidFill>
                  <a:srgbClr val="888888"/>
                </a:solidFill>
              </a:defRPr>
            </a:lvl3pPr>
            <a:lvl4pPr indent="-228600" lvl="3" marL="1828800" algn="l">
              <a:spcBef>
                <a:spcPts val="1500"/>
              </a:spcBef>
              <a:spcAft>
                <a:spcPts val="0"/>
              </a:spcAft>
              <a:buSzPts val="1680"/>
              <a:buNone/>
              <a:defRPr sz="2100">
                <a:solidFill>
                  <a:srgbClr val="888888"/>
                </a:solidFill>
              </a:defRPr>
            </a:lvl4pPr>
            <a:lvl5pPr indent="-228600" lvl="4" marL="2286000" algn="l">
              <a:spcBef>
                <a:spcPts val="1500"/>
              </a:spcBef>
              <a:spcAft>
                <a:spcPts val="0"/>
              </a:spcAft>
              <a:buSzPts val="1680"/>
              <a:buNone/>
              <a:defRPr sz="2100">
                <a:solidFill>
                  <a:srgbClr val="888888"/>
                </a:solidFill>
              </a:defRPr>
            </a:lvl5pPr>
            <a:lvl6pPr indent="-228600" lvl="5" marL="2743200" algn="l">
              <a:spcBef>
                <a:spcPts val="1500"/>
              </a:spcBef>
              <a:spcAft>
                <a:spcPts val="0"/>
              </a:spcAft>
              <a:buSzPts val="1680"/>
              <a:buNone/>
              <a:defRPr sz="2100">
                <a:solidFill>
                  <a:srgbClr val="888888"/>
                </a:solidFill>
              </a:defRPr>
            </a:lvl6pPr>
            <a:lvl7pPr indent="-228600" lvl="6" marL="3200400" algn="l">
              <a:spcBef>
                <a:spcPts val="1500"/>
              </a:spcBef>
              <a:spcAft>
                <a:spcPts val="0"/>
              </a:spcAft>
              <a:buSzPts val="1680"/>
              <a:buNone/>
              <a:defRPr sz="2100">
                <a:solidFill>
                  <a:srgbClr val="888888"/>
                </a:solidFill>
              </a:defRPr>
            </a:lvl7pPr>
            <a:lvl8pPr indent="-228600" lvl="7" marL="3657600" algn="l">
              <a:spcBef>
                <a:spcPts val="1500"/>
              </a:spcBef>
              <a:spcAft>
                <a:spcPts val="0"/>
              </a:spcAft>
              <a:buSzPts val="1680"/>
              <a:buNone/>
              <a:defRPr sz="2100">
                <a:solidFill>
                  <a:srgbClr val="888888"/>
                </a:solidFill>
              </a:defRPr>
            </a:lvl8pPr>
            <a:lvl9pPr indent="-228600" lvl="8" marL="4114800" algn="l">
              <a:spcBef>
                <a:spcPts val="1500"/>
              </a:spcBef>
              <a:spcAft>
                <a:spcPts val="0"/>
              </a:spcAft>
              <a:buSzPts val="1680"/>
              <a:buNone/>
              <a:defRPr sz="2100">
                <a:solidFill>
                  <a:srgbClr val="888888"/>
                </a:solidFill>
              </a:defRPr>
            </a:lvl9pPr>
          </a:lstStyle>
          <a:p/>
        </p:txBody>
      </p:sp>
      <p:sp>
        <p:nvSpPr>
          <p:cNvPr id="104" name="Google Shape;104;p52"/>
          <p:cNvSpPr txBox="1"/>
          <p:nvPr>
            <p:ph idx="10" type="dt"/>
          </p:nvPr>
        </p:nvSpPr>
        <p:spPr>
          <a:xfrm>
            <a:off x="10807700" y="9062044"/>
            <a:ext cx="1367909"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52"/>
          <p:cNvSpPr txBox="1"/>
          <p:nvPr>
            <p:ph idx="11" type="ftr"/>
          </p:nvPr>
        </p:nvSpPr>
        <p:spPr>
          <a:xfrm>
            <a:off x="1016001" y="9062044"/>
            <a:ext cx="9446418"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52"/>
          <p:cNvSpPr txBox="1"/>
          <p:nvPr>
            <p:ph idx="12" type="sldNum"/>
          </p:nvPr>
        </p:nvSpPr>
        <p:spPr>
          <a:xfrm>
            <a:off x="12885995" y="9062044"/>
            <a:ext cx="1025009"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1300"/>
              <a:buFont typeface="Trebuchet MS"/>
              <a:buNone/>
              <a:defRPr/>
            </a:lvl1pPr>
            <a:lvl2pPr indent="0" lvl="1" marL="0" algn="r">
              <a:spcBef>
                <a:spcPts val="0"/>
              </a:spcBef>
              <a:spcAft>
                <a:spcPts val="0"/>
              </a:spcAft>
              <a:buClr>
                <a:schemeClr val="accent1"/>
              </a:buClr>
              <a:buSzPts val="1300"/>
              <a:buFont typeface="Trebuchet MS"/>
              <a:buNone/>
              <a:defRPr/>
            </a:lvl2pPr>
            <a:lvl3pPr indent="0" lvl="2" marL="0" algn="r">
              <a:spcBef>
                <a:spcPts val="0"/>
              </a:spcBef>
              <a:spcAft>
                <a:spcPts val="0"/>
              </a:spcAft>
              <a:buClr>
                <a:schemeClr val="accent1"/>
              </a:buClr>
              <a:buSzPts val="1300"/>
              <a:buFont typeface="Trebuchet MS"/>
              <a:buNone/>
              <a:defRPr/>
            </a:lvl3pPr>
            <a:lvl4pPr indent="0" lvl="3" marL="0" algn="r">
              <a:spcBef>
                <a:spcPts val="0"/>
              </a:spcBef>
              <a:spcAft>
                <a:spcPts val="0"/>
              </a:spcAft>
              <a:buClr>
                <a:schemeClr val="accent1"/>
              </a:buClr>
              <a:buSzPts val="1300"/>
              <a:buFont typeface="Trebuchet MS"/>
              <a:buNone/>
              <a:defRPr/>
            </a:lvl4pPr>
            <a:lvl5pPr indent="0" lvl="4" marL="0" algn="r">
              <a:spcBef>
                <a:spcPts val="0"/>
              </a:spcBef>
              <a:spcAft>
                <a:spcPts val="0"/>
              </a:spcAft>
              <a:buClr>
                <a:schemeClr val="accent1"/>
              </a:buClr>
              <a:buSzPts val="1300"/>
              <a:buFont typeface="Trebuchet MS"/>
              <a:buNone/>
              <a:defRPr/>
            </a:lvl5pPr>
            <a:lvl6pPr indent="0" lvl="5" marL="0" algn="r">
              <a:spcBef>
                <a:spcPts val="0"/>
              </a:spcBef>
              <a:spcAft>
                <a:spcPts val="0"/>
              </a:spcAft>
              <a:buClr>
                <a:schemeClr val="accent1"/>
              </a:buClr>
              <a:buSzPts val="1300"/>
              <a:buFont typeface="Trebuchet MS"/>
              <a:buNone/>
              <a:defRPr/>
            </a:lvl6pPr>
            <a:lvl7pPr indent="0" lvl="6" marL="0" algn="r">
              <a:spcBef>
                <a:spcPts val="0"/>
              </a:spcBef>
              <a:spcAft>
                <a:spcPts val="0"/>
              </a:spcAft>
              <a:buClr>
                <a:schemeClr val="accent1"/>
              </a:buClr>
              <a:buSzPts val="1300"/>
              <a:buFont typeface="Trebuchet MS"/>
              <a:buNone/>
              <a:defRPr/>
            </a:lvl7pPr>
            <a:lvl8pPr indent="0" lvl="7" marL="0" algn="r">
              <a:spcBef>
                <a:spcPts val="0"/>
              </a:spcBef>
              <a:spcAft>
                <a:spcPts val="0"/>
              </a:spcAft>
              <a:buClr>
                <a:schemeClr val="accent1"/>
              </a:buClr>
              <a:buSzPts val="1300"/>
              <a:buFont typeface="Trebuchet MS"/>
              <a:buNone/>
              <a:defRPr/>
            </a:lvl8pPr>
            <a:lvl9pPr indent="0" lvl="8" marL="0" algn="r">
              <a:spcBef>
                <a:spcPts val="0"/>
              </a:spcBef>
              <a:spcAft>
                <a:spcPts val="0"/>
              </a:spcAft>
              <a:buClr>
                <a:schemeClr val="accent1"/>
              </a:buClr>
              <a:buSzPts val="13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
        <p:nvSpPr>
          <p:cNvPr id="107" name="Google Shape;107;p52"/>
          <p:cNvSpPr txBox="1"/>
          <p:nvPr/>
        </p:nvSpPr>
        <p:spPr>
          <a:xfrm>
            <a:off x="812805" y="1185567"/>
            <a:ext cx="914400" cy="877164"/>
          </a:xfrm>
          <a:prstGeom prst="rect">
            <a:avLst/>
          </a:prstGeom>
          <a:noFill/>
          <a:ln>
            <a:noFill/>
          </a:ln>
        </p:spPr>
        <p:txBody>
          <a:bodyPr anchorCtr="0" anchor="ctr" bIns="68575" lIns="137150" spcFirstLastPara="1" rIns="137150" wrap="square" tIns="68575">
            <a:noAutofit/>
          </a:bodyPr>
          <a:lstStyle/>
          <a:p>
            <a:pPr indent="0" lvl="0" marL="0" marR="0" rtl="0" algn="l">
              <a:spcBef>
                <a:spcPts val="0"/>
              </a:spcBef>
              <a:spcAft>
                <a:spcPts val="0"/>
              </a:spcAft>
              <a:buNone/>
            </a:pPr>
            <a:r>
              <a:rPr lang="en-US" sz="12000">
                <a:solidFill>
                  <a:srgbClr val="BFE471"/>
                </a:solidFill>
                <a:latin typeface="Arial"/>
                <a:ea typeface="Arial"/>
                <a:cs typeface="Arial"/>
                <a:sym typeface="Arial"/>
              </a:rPr>
              <a:t>“</a:t>
            </a:r>
            <a:endParaRPr/>
          </a:p>
        </p:txBody>
      </p:sp>
      <p:sp>
        <p:nvSpPr>
          <p:cNvPr id="108" name="Google Shape;108;p52"/>
          <p:cNvSpPr txBox="1"/>
          <p:nvPr/>
        </p:nvSpPr>
        <p:spPr>
          <a:xfrm>
            <a:off x="13339517" y="4329834"/>
            <a:ext cx="914400" cy="877164"/>
          </a:xfrm>
          <a:prstGeom prst="rect">
            <a:avLst/>
          </a:prstGeom>
          <a:noFill/>
          <a:ln>
            <a:noFill/>
          </a:ln>
        </p:spPr>
        <p:txBody>
          <a:bodyPr anchorCtr="0" anchor="ctr" bIns="68575" lIns="137150" spcFirstLastPara="1" rIns="137150" wrap="square" tIns="68575">
            <a:noAutofit/>
          </a:bodyPr>
          <a:lstStyle/>
          <a:p>
            <a:pPr indent="0" lvl="0" marL="0" marR="0" rtl="0" algn="l">
              <a:spcBef>
                <a:spcPts val="0"/>
              </a:spcBef>
              <a:spcAft>
                <a:spcPts val="0"/>
              </a:spcAft>
              <a:buNone/>
            </a:pPr>
            <a:r>
              <a:rPr lang="en-US" sz="12000">
                <a:solidFill>
                  <a:srgbClr val="BFE471"/>
                </a:solidFill>
                <a:latin typeface="Arial"/>
                <a:ea typeface="Arial"/>
                <a:cs typeface="Arial"/>
                <a:sym typeface="Arial"/>
              </a:rPr>
              <a:t>”</a:t>
            </a:r>
            <a:endParaRPr sz="2100">
              <a:solidFill>
                <a:srgbClr val="BFE47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jeta de nombre">
  <p:cSld name="Tarjeta de nombre">
    <p:spTree>
      <p:nvGrpSpPr>
        <p:cNvPr id="109" name="Shape 109"/>
        <p:cNvGrpSpPr/>
        <p:nvPr/>
      </p:nvGrpSpPr>
      <p:grpSpPr>
        <a:xfrm>
          <a:off x="0" y="0"/>
          <a:ext cx="0" cy="0"/>
          <a:chOff x="0" y="0"/>
          <a:chExt cx="0" cy="0"/>
        </a:xfrm>
      </p:grpSpPr>
      <p:sp>
        <p:nvSpPr>
          <p:cNvPr id="110" name="Google Shape;110;p53"/>
          <p:cNvSpPr txBox="1"/>
          <p:nvPr>
            <p:ph type="title"/>
          </p:nvPr>
        </p:nvSpPr>
        <p:spPr>
          <a:xfrm>
            <a:off x="1016003" y="2897982"/>
            <a:ext cx="12895002" cy="389319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6600"/>
              <a:buFont typeface="Trebuchet MS"/>
              <a:buNone/>
              <a:defRPr b="0" sz="66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53"/>
          <p:cNvSpPr txBox="1"/>
          <p:nvPr>
            <p:ph idx="1" type="body"/>
          </p:nvPr>
        </p:nvSpPr>
        <p:spPr>
          <a:xfrm>
            <a:off x="1016003" y="6791172"/>
            <a:ext cx="12895002" cy="2270871"/>
          </a:xfrm>
          <a:prstGeom prst="rect">
            <a:avLst/>
          </a:prstGeom>
          <a:noFill/>
          <a:ln>
            <a:noFill/>
          </a:ln>
        </p:spPr>
        <p:txBody>
          <a:bodyPr anchorCtr="0" anchor="t" bIns="45700" lIns="91425" spcFirstLastPara="1" rIns="91425" wrap="square" tIns="45700">
            <a:normAutofit/>
          </a:bodyPr>
          <a:lstStyle>
            <a:lvl1pPr indent="-228600" lvl="0" marL="457200" algn="l">
              <a:spcBef>
                <a:spcPts val="1500"/>
              </a:spcBef>
              <a:spcAft>
                <a:spcPts val="0"/>
              </a:spcAft>
              <a:buSzPts val="2160"/>
              <a:buNone/>
              <a:defRPr sz="2700">
                <a:solidFill>
                  <a:srgbClr val="3F3F3F"/>
                </a:solidFill>
              </a:defRPr>
            </a:lvl1pPr>
            <a:lvl2pPr indent="-228600" lvl="1" marL="914400" algn="l">
              <a:spcBef>
                <a:spcPts val="1500"/>
              </a:spcBef>
              <a:spcAft>
                <a:spcPts val="0"/>
              </a:spcAft>
              <a:buSzPts val="2160"/>
              <a:buNone/>
              <a:defRPr sz="2700">
                <a:solidFill>
                  <a:srgbClr val="888888"/>
                </a:solidFill>
              </a:defRPr>
            </a:lvl2pPr>
            <a:lvl3pPr indent="-228600" lvl="2" marL="1371600" algn="l">
              <a:spcBef>
                <a:spcPts val="1500"/>
              </a:spcBef>
              <a:spcAft>
                <a:spcPts val="0"/>
              </a:spcAft>
              <a:buSzPts val="1920"/>
              <a:buNone/>
              <a:defRPr sz="2400">
                <a:solidFill>
                  <a:srgbClr val="888888"/>
                </a:solidFill>
              </a:defRPr>
            </a:lvl3pPr>
            <a:lvl4pPr indent="-228600" lvl="3" marL="1828800" algn="l">
              <a:spcBef>
                <a:spcPts val="1500"/>
              </a:spcBef>
              <a:spcAft>
                <a:spcPts val="0"/>
              </a:spcAft>
              <a:buSzPts val="1680"/>
              <a:buNone/>
              <a:defRPr sz="2100">
                <a:solidFill>
                  <a:srgbClr val="888888"/>
                </a:solidFill>
              </a:defRPr>
            </a:lvl4pPr>
            <a:lvl5pPr indent="-228600" lvl="4" marL="2286000" algn="l">
              <a:spcBef>
                <a:spcPts val="1500"/>
              </a:spcBef>
              <a:spcAft>
                <a:spcPts val="0"/>
              </a:spcAft>
              <a:buSzPts val="1680"/>
              <a:buNone/>
              <a:defRPr sz="2100">
                <a:solidFill>
                  <a:srgbClr val="888888"/>
                </a:solidFill>
              </a:defRPr>
            </a:lvl5pPr>
            <a:lvl6pPr indent="-228600" lvl="5" marL="2743200" algn="l">
              <a:spcBef>
                <a:spcPts val="1500"/>
              </a:spcBef>
              <a:spcAft>
                <a:spcPts val="0"/>
              </a:spcAft>
              <a:buSzPts val="1680"/>
              <a:buNone/>
              <a:defRPr sz="2100">
                <a:solidFill>
                  <a:srgbClr val="888888"/>
                </a:solidFill>
              </a:defRPr>
            </a:lvl6pPr>
            <a:lvl7pPr indent="-228600" lvl="6" marL="3200400" algn="l">
              <a:spcBef>
                <a:spcPts val="1500"/>
              </a:spcBef>
              <a:spcAft>
                <a:spcPts val="0"/>
              </a:spcAft>
              <a:buSzPts val="1680"/>
              <a:buNone/>
              <a:defRPr sz="2100">
                <a:solidFill>
                  <a:srgbClr val="888888"/>
                </a:solidFill>
              </a:defRPr>
            </a:lvl7pPr>
            <a:lvl8pPr indent="-228600" lvl="7" marL="3657600" algn="l">
              <a:spcBef>
                <a:spcPts val="1500"/>
              </a:spcBef>
              <a:spcAft>
                <a:spcPts val="0"/>
              </a:spcAft>
              <a:buSzPts val="1680"/>
              <a:buNone/>
              <a:defRPr sz="2100">
                <a:solidFill>
                  <a:srgbClr val="888888"/>
                </a:solidFill>
              </a:defRPr>
            </a:lvl8pPr>
            <a:lvl9pPr indent="-228600" lvl="8" marL="4114800" algn="l">
              <a:spcBef>
                <a:spcPts val="1500"/>
              </a:spcBef>
              <a:spcAft>
                <a:spcPts val="0"/>
              </a:spcAft>
              <a:buSzPts val="1680"/>
              <a:buNone/>
              <a:defRPr sz="2100">
                <a:solidFill>
                  <a:srgbClr val="888888"/>
                </a:solidFill>
              </a:defRPr>
            </a:lvl9pPr>
          </a:lstStyle>
          <a:p/>
        </p:txBody>
      </p:sp>
      <p:sp>
        <p:nvSpPr>
          <p:cNvPr id="112" name="Google Shape;112;p53"/>
          <p:cNvSpPr txBox="1"/>
          <p:nvPr>
            <p:ph idx="10" type="dt"/>
          </p:nvPr>
        </p:nvSpPr>
        <p:spPr>
          <a:xfrm>
            <a:off x="10807700" y="9062044"/>
            <a:ext cx="1367909"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53"/>
          <p:cNvSpPr txBox="1"/>
          <p:nvPr>
            <p:ph idx="11" type="ftr"/>
          </p:nvPr>
        </p:nvSpPr>
        <p:spPr>
          <a:xfrm>
            <a:off x="1016001" y="9062044"/>
            <a:ext cx="9446418"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53"/>
          <p:cNvSpPr txBox="1"/>
          <p:nvPr>
            <p:ph idx="12" type="sldNum"/>
          </p:nvPr>
        </p:nvSpPr>
        <p:spPr>
          <a:xfrm>
            <a:off x="12885995" y="9062044"/>
            <a:ext cx="1025009"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1300"/>
              <a:buFont typeface="Trebuchet MS"/>
              <a:buNone/>
              <a:defRPr/>
            </a:lvl1pPr>
            <a:lvl2pPr indent="0" lvl="1" marL="0" algn="r">
              <a:spcBef>
                <a:spcPts val="0"/>
              </a:spcBef>
              <a:spcAft>
                <a:spcPts val="0"/>
              </a:spcAft>
              <a:buClr>
                <a:schemeClr val="accent1"/>
              </a:buClr>
              <a:buSzPts val="1300"/>
              <a:buFont typeface="Trebuchet MS"/>
              <a:buNone/>
              <a:defRPr/>
            </a:lvl2pPr>
            <a:lvl3pPr indent="0" lvl="2" marL="0" algn="r">
              <a:spcBef>
                <a:spcPts val="0"/>
              </a:spcBef>
              <a:spcAft>
                <a:spcPts val="0"/>
              </a:spcAft>
              <a:buClr>
                <a:schemeClr val="accent1"/>
              </a:buClr>
              <a:buSzPts val="1300"/>
              <a:buFont typeface="Trebuchet MS"/>
              <a:buNone/>
              <a:defRPr/>
            </a:lvl3pPr>
            <a:lvl4pPr indent="0" lvl="3" marL="0" algn="r">
              <a:spcBef>
                <a:spcPts val="0"/>
              </a:spcBef>
              <a:spcAft>
                <a:spcPts val="0"/>
              </a:spcAft>
              <a:buClr>
                <a:schemeClr val="accent1"/>
              </a:buClr>
              <a:buSzPts val="1300"/>
              <a:buFont typeface="Trebuchet MS"/>
              <a:buNone/>
              <a:defRPr/>
            </a:lvl4pPr>
            <a:lvl5pPr indent="0" lvl="4" marL="0" algn="r">
              <a:spcBef>
                <a:spcPts val="0"/>
              </a:spcBef>
              <a:spcAft>
                <a:spcPts val="0"/>
              </a:spcAft>
              <a:buClr>
                <a:schemeClr val="accent1"/>
              </a:buClr>
              <a:buSzPts val="1300"/>
              <a:buFont typeface="Trebuchet MS"/>
              <a:buNone/>
              <a:defRPr/>
            </a:lvl5pPr>
            <a:lvl6pPr indent="0" lvl="5" marL="0" algn="r">
              <a:spcBef>
                <a:spcPts val="0"/>
              </a:spcBef>
              <a:spcAft>
                <a:spcPts val="0"/>
              </a:spcAft>
              <a:buClr>
                <a:schemeClr val="accent1"/>
              </a:buClr>
              <a:buSzPts val="1300"/>
              <a:buFont typeface="Trebuchet MS"/>
              <a:buNone/>
              <a:defRPr/>
            </a:lvl6pPr>
            <a:lvl7pPr indent="0" lvl="6" marL="0" algn="r">
              <a:spcBef>
                <a:spcPts val="0"/>
              </a:spcBef>
              <a:spcAft>
                <a:spcPts val="0"/>
              </a:spcAft>
              <a:buClr>
                <a:schemeClr val="accent1"/>
              </a:buClr>
              <a:buSzPts val="1300"/>
              <a:buFont typeface="Trebuchet MS"/>
              <a:buNone/>
              <a:defRPr/>
            </a:lvl7pPr>
            <a:lvl8pPr indent="0" lvl="7" marL="0" algn="r">
              <a:spcBef>
                <a:spcPts val="0"/>
              </a:spcBef>
              <a:spcAft>
                <a:spcPts val="0"/>
              </a:spcAft>
              <a:buClr>
                <a:schemeClr val="accent1"/>
              </a:buClr>
              <a:buSzPts val="1300"/>
              <a:buFont typeface="Trebuchet MS"/>
              <a:buNone/>
              <a:defRPr/>
            </a:lvl8pPr>
            <a:lvl9pPr indent="0" lvl="8" marL="0" algn="r">
              <a:spcBef>
                <a:spcPts val="0"/>
              </a:spcBef>
              <a:spcAft>
                <a:spcPts val="0"/>
              </a:spcAft>
              <a:buClr>
                <a:schemeClr val="accent1"/>
              </a:buClr>
              <a:buSzPts val="13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r la tarjeta de nombre">
  <p:cSld name="Citar la tarjeta de nombre">
    <p:spTree>
      <p:nvGrpSpPr>
        <p:cNvPr id="115" name="Shape 115"/>
        <p:cNvGrpSpPr/>
        <p:nvPr/>
      </p:nvGrpSpPr>
      <p:grpSpPr>
        <a:xfrm>
          <a:off x="0" y="0"/>
          <a:ext cx="0" cy="0"/>
          <a:chOff x="0" y="0"/>
          <a:chExt cx="0" cy="0"/>
        </a:xfrm>
      </p:grpSpPr>
      <p:sp>
        <p:nvSpPr>
          <p:cNvPr id="116" name="Google Shape;116;p54"/>
          <p:cNvSpPr txBox="1"/>
          <p:nvPr>
            <p:ph type="title"/>
          </p:nvPr>
        </p:nvSpPr>
        <p:spPr>
          <a:xfrm>
            <a:off x="1397001" y="914400"/>
            <a:ext cx="12141201" cy="45339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6600"/>
              <a:buFont typeface="Trebuchet MS"/>
              <a:buNone/>
              <a:defRPr b="0" sz="66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54"/>
          <p:cNvSpPr txBox="1"/>
          <p:nvPr>
            <p:ph idx="1" type="body"/>
          </p:nvPr>
        </p:nvSpPr>
        <p:spPr>
          <a:xfrm>
            <a:off x="1015999" y="6019800"/>
            <a:ext cx="12895004" cy="771372"/>
          </a:xfrm>
          <a:prstGeom prst="rect">
            <a:avLst/>
          </a:prstGeom>
          <a:noFill/>
          <a:ln>
            <a:noFill/>
          </a:ln>
        </p:spPr>
        <p:txBody>
          <a:bodyPr anchorCtr="0" anchor="b" bIns="45700" lIns="91425" spcFirstLastPara="1" rIns="91425" wrap="square" tIns="45700">
            <a:noAutofit/>
          </a:bodyPr>
          <a:lstStyle>
            <a:lvl1pPr indent="-228600" lvl="0" marL="457200" algn="l">
              <a:spcBef>
                <a:spcPts val="1500"/>
              </a:spcBef>
              <a:spcAft>
                <a:spcPts val="0"/>
              </a:spcAft>
              <a:buSzPts val="2880"/>
              <a:buFont typeface="Trebuchet MS"/>
              <a:buNone/>
              <a:defRPr sz="3600">
                <a:solidFill>
                  <a:srgbClr val="3F3F3F"/>
                </a:solidFill>
              </a:defRPr>
            </a:lvl1pPr>
            <a:lvl2pPr indent="-228600" lvl="1" marL="914400" algn="l">
              <a:spcBef>
                <a:spcPts val="1500"/>
              </a:spcBef>
              <a:spcAft>
                <a:spcPts val="0"/>
              </a:spcAft>
              <a:buSzPts val="1920"/>
              <a:buFont typeface="Trebuchet MS"/>
              <a:buNone/>
              <a:defRPr/>
            </a:lvl2pPr>
            <a:lvl3pPr indent="-228600" lvl="2" marL="1371600" algn="l">
              <a:spcBef>
                <a:spcPts val="1500"/>
              </a:spcBef>
              <a:spcAft>
                <a:spcPts val="0"/>
              </a:spcAft>
              <a:buSzPts val="1680"/>
              <a:buFont typeface="Trebuchet MS"/>
              <a:buNone/>
              <a:defRPr/>
            </a:lvl3pPr>
            <a:lvl4pPr indent="-228600" lvl="3" marL="1828800" algn="l">
              <a:spcBef>
                <a:spcPts val="1500"/>
              </a:spcBef>
              <a:spcAft>
                <a:spcPts val="0"/>
              </a:spcAft>
              <a:buSzPts val="1440"/>
              <a:buFont typeface="Trebuchet MS"/>
              <a:buNone/>
              <a:defRPr/>
            </a:lvl4pPr>
            <a:lvl5pPr indent="-228600" lvl="4" marL="2286000" algn="l">
              <a:spcBef>
                <a:spcPts val="1500"/>
              </a:spcBef>
              <a:spcAft>
                <a:spcPts val="0"/>
              </a:spcAft>
              <a:buSzPts val="1440"/>
              <a:buFont typeface="Trebuchet MS"/>
              <a:buNone/>
              <a:defRPr/>
            </a:lvl5pPr>
            <a:lvl6pPr indent="-320040" lvl="5" marL="2743200" algn="l">
              <a:spcBef>
                <a:spcPts val="1500"/>
              </a:spcBef>
              <a:spcAft>
                <a:spcPts val="0"/>
              </a:spcAft>
              <a:buSzPts val="1440"/>
              <a:buChar char="►"/>
              <a:defRPr/>
            </a:lvl6pPr>
            <a:lvl7pPr indent="-320040" lvl="6" marL="3200400" algn="l">
              <a:spcBef>
                <a:spcPts val="1500"/>
              </a:spcBef>
              <a:spcAft>
                <a:spcPts val="0"/>
              </a:spcAft>
              <a:buSzPts val="1440"/>
              <a:buChar char="►"/>
              <a:defRPr/>
            </a:lvl7pPr>
            <a:lvl8pPr indent="-320040" lvl="7" marL="3657600" algn="l">
              <a:spcBef>
                <a:spcPts val="1500"/>
              </a:spcBef>
              <a:spcAft>
                <a:spcPts val="0"/>
              </a:spcAft>
              <a:buSzPts val="1440"/>
              <a:buChar char="►"/>
              <a:defRPr/>
            </a:lvl8pPr>
            <a:lvl9pPr indent="-320040" lvl="8" marL="4114800" algn="l">
              <a:spcBef>
                <a:spcPts val="1500"/>
              </a:spcBef>
              <a:spcAft>
                <a:spcPts val="0"/>
              </a:spcAft>
              <a:buSzPts val="1440"/>
              <a:buChar char="►"/>
              <a:defRPr/>
            </a:lvl9pPr>
          </a:lstStyle>
          <a:p/>
        </p:txBody>
      </p:sp>
      <p:sp>
        <p:nvSpPr>
          <p:cNvPr id="118" name="Google Shape;118;p54"/>
          <p:cNvSpPr txBox="1"/>
          <p:nvPr>
            <p:ph idx="2" type="body"/>
          </p:nvPr>
        </p:nvSpPr>
        <p:spPr>
          <a:xfrm>
            <a:off x="1016003" y="6791172"/>
            <a:ext cx="12895002" cy="2270871"/>
          </a:xfrm>
          <a:prstGeom prst="rect">
            <a:avLst/>
          </a:prstGeom>
          <a:noFill/>
          <a:ln>
            <a:noFill/>
          </a:ln>
        </p:spPr>
        <p:txBody>
          <a:bodyPr anchorCtr="0" anchor="t" bIns="45700" lIns="91425" spcFirstLastPara="1" rIns="91425" wrap="square" tIns="45700">
            <a:normAutofit/>
          </a:bodyPr>
          <a:lstStyle>
            <a:lvl1pPr indent="-228600" lvl="0" marL="457200" algn="l">
              <a:spcBef>
                <a:spcPts val="1500"/>
              </a:spcBef>
              <a:spcAft>
                <a:spcPts val="0"/>
              </a:spcAft>
              <a:buSzPts val="2160"/>
              <a:buNone/>
              <a:defRPr sz="2700">
                <a:solidFill>
                  <a:srgbClr val="7F7F7F"/>
                </a:solidFill>
              </a:defRPr>
            </a:lvl1pPr>
            <a:lvl2pPr indent="-228600" lvl="1" marL="914400" algn="l">
              <a:spcBef>
                <a:spcPts val="1500"/>
              </a:spcBef>
              <a:spcAft>
                <a:spcPts val="0"/>
              </a:spcAft>
              <a:buSzPts val="2160"/>
              <a:buNone/>
              <a:defRPr sz="2700">
                <a:solidFill>
                  <a:srgbClr val="888888"/>
                </a:solidFill>
              </a:defRPr>
            </a:lvl2pPr>
            <a:lvl3pPr indent="-228600" lvl="2" marL="1371600" algn="l">
              <a:spcBef>
                <a:spcPts val="1500"/>
              </a:spcBef>
              <a:spcAft>
                <a:spcPts val="0"/>
              </a:spcAft>
              <a:buSzPts val="1920"/>
              <a:buNone/>
              <a:defRPr sz="2400">
                <a:solidFill>
                  <a:srgbClr val="888888"/>
                </a:solidFill>
              </a:defRPr>
            </a:lvl3pPr>
            <a:lvl4pPr indent="-228600" lvl="3" marL="1828800" algn="l">
              <a:spcBef>
                <a:spcPts val="1500"/>
              </a:spcBef>
              <a:spcAft>
                <a:spcPts val="0"/>
              </a:spcAft>
              <a:buSzPts val="1680"/>
              <a:buNone/>
              <a:defRPr sz="2100">
                <a:solidFill>
                  <a:srgbClr val="888888"/>
                </a:solidFill>
              </a:defRPr>
            </a:lvl4pPr>
            <a:lvl5pPr indent="-228600" lvl="4" marL="2286000" algn="l">
              <a:spcBef>
                <a:spcPts val="1500"/>
              </a:spcBef>
              <a:spcAft>
                <a:spcPts val="0"/>
              </a:spcAft>
              <a:buSzPts val="1680"/>
              <a:buNone/>
              <a:defRPr sz="2100">
                <a:solidFill>
                  <a:srgbClr val="888888"/>
                </a:solidFill>
              </a:defRPr>
            </a:lvl5pPr>
            <a:lvl6pPr indent="-228600" lvl="5" marL="2743200" algn="l">
              <a:spcBef>
                <a:spcPts val="1500"/>
              </a:spcBef>
              <a:spcAft>
                <a:spcPts val="0"/>
              </a:spcAft>
              <a:buSzPts val="1680"/>
              <a:buNone/>
              <a:defRPr sz="2100">
                <a:solidFill>
                  <a:srgbClr val="888888"/>
                </a:solidFill>
              </a:defRPr>
            </a:lvl6pPr>
            <a:lvl7pPr indent="-228600" lvl="6" marL="3200400" algn="l">
              <a:spcBef>
                <a:spcPts val="1500"/>
              </a:spcBef>
              <a:spcAft>
                <a:spcPts val="0"/>
              </a:spcAft>
              <a:buSzPts val="1680"/>
              <a:buNone/>
              <a:defRPr sz="2100">
                <a:solidFill>
                  <a:srgbClr val="888888"/>
                </a:solidFill>
              </a:defRPr>
            </a:lvl7pPr>
            <a:lvl8pPr indent="-228600" lvl="7" marL="3657600" algn="l">
              <a:spcBef>
                <a:spcPts val="1500"/>
              </a:spcBef>
              <a:spcAft>
                <a:spcPts val="0"/>
              </a:spcAft>
              <a:buSzPts val="1680"/>
              <a:buNone/>
              <a:defRPr sz="2100">
                <a:solidFill>
                  <a:srgbClr val="888888"/>
                </a:solidFill>
              </a:defRPr>
            </a:lvl8pPr>
            <a:lvl9pPr indent="-228600" lvl="8" marL="4114800" algn="l">
              <a:spcBef>
                <a:spcPts val="1500"/>
              </a:spcBef>
              <a:spcAft>
                <a:spcPts val="0"/>
              </a:spcAft>
              <a:buSzPts val="1680"/>
              <a:buNone/>
              <a:defRPr sz="2100">
                <a:solidFill>
                  <a:srgbClr val="888888"/>
                </a:solidFill>
              </a:defRPr>
            </a:lvl9pPr>
          </a:lstStyle>
          <a:p/>
        </p:txBody>
      </p:sp>
      <p:sp>
        <p:nvSpPr>
          <p:cNvPr id="119" name="Google Shape;119;p54"/>
          <p:cNvSpPr txBox="1"/>
          <p:nvPr>
            <p:ph idx="10" type="dt"/>
          </p:nvPr>
        </p:nvSpPr>
        <p:spPr>
          <a:xfrm>
            <a:off x="10807700" y="9062044"/>
            <a:ext cx="1367909"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54"/>
          <p:cNvSpPr txBox="1"/>
          <p:nvPr>
            <p:ph idx="11" type="ftr"/>
          </p:nvPr>
        </p:nvSpPr>
        <p:spPr>
          <a:xfrm>
            <a:off x="1016001" y="9062044"/>
            <a:ext cx="9446418"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54"/>
          <p:cNvSpPr txBox="1"/>
          <p:nvPr>
            <p:ph idx="12" type="sldNum"/>
          </p:nvPr>
        </p:nvSpPr>
        <p:spPr>
          <a:xfrm>
            <a:off x="12885995" y="9062044"/>
            <a:ext cx="1025009"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1300"/>
              <a:buFont typeface="Trebuchet MS"/>
              <a:buNone/>
              <a:defRPr/>
            </a:lvl1pPr>
            <a:lvl2pPr indent="0" lvl="1" marL="0" algn="r">
              <a:spcBef>
                <a:spcPts val="0"/>
              </a:spcBef>
              <a:spcAft>
                <a:spcPts val="0"/>
              </a:spcAft>
              <a:buClr>
                <a:schemeClr val="accent1"/>
              </a:buClr>
              <a:buSzPts val="1300"/>
              <a:buFont typeface="Trebuchet MS"/>
              <a:buNone/>
              <a:defRPr/>
            </a:lvl2pPr>
            <a:lvl3pPr indent="0" lvl="2" marL="0" algn="r">
              <a:spcBef>
                <a:spcPts val="0"/>
              </a:spcBef>
              <a:spcAft>
                <a:spcPts val="0"/>
              </a:spcAft>
              <a:buClr>
                <a:schemeClr val="accent1"/>
              </a:buClr>
              <a:buSzPts val="1300"/>
              <a:buFont typeface="Trebuchet MS"/>
              <a:buNone/>
              <a:defRPr/>
            </a:lvl3pPr>
            <a:lvl4pPr indent="0" lvl="3" marL="0" algn="r">
              <a:spcBef>
                <a:spcPts val="0"/>
              </a:spcBef>
              <a:spcAft>
                <a:spcPts val="0"/>
              </a:spcAft>
              <a:buClr>
                <a:schemeClr val="accent1"/>
              </a:buClr>
              <a:buSzPts val="1300"/>
              <a:buFont typeface="Trebuchet MS"/>
              <a:buNone/>
              <a:defRPr/>
            </a:lvl4pPr>
            <a:lvl5pPr indent="0" lvl="4" marL="0" algn="r">
              <a:spcBef>
                <a:spcPts val="0"/>
              </a:spcBef>
              <a:spcAft>
                <a:spcPts val="0"/>
              </a:spcAft>
              <a:buClr>
                <a:schemeClr val="accent1"/>
              </a:buClr>
              <a:buSzPts val="1300"/>
              <a:buFont typeface="Trebuchet MS"/>
              <a:buNone/>
              <a:defRPr/>
            </a:lvl5pPr>
            <a:lvl6pPr indent="0" lvl="5" marL="0" algn="r">
              <a:spcBef>
                <a:spcPts val="0"/>
              </a:spcBef>
              <a:spcAft>
                <a:spcPts val="0"/>
              </a:spcAft>
              <a:buClr>
                <a:schemeClr val="accent1"/>
              </a:buClr>
              <a:buSzPts val="1300"/>
              <a:buFont typeface="Trebuchet MS"/>
              <a:buNone/>
              <a:defRPr/>
            </a:lvl6pPr>
            <a:lvl7pPr indent="0" lvl="6" marL="0" algn="r">
              <a:spcBef>
                <a:spcPts val="0"/>
              </a:spcBef>
              <a:spcAft>
                <a:spcPts val="0"/>
              </a:spcAft>
              <a:buClr>
                <a:schemeClr val="accent1"/>
              </a:buClr>
              <a:buSzPts val="1300"/>
              <a:buFont typeface="Trebuchet MS"/>
              <a:buNone/>
              <a:defRPr/>
            </a:lvl7pPr>
            <a:lvl8pPr indent="0" lvl="7" marL="0" algn="r">
              <a:spcBef>
                <a:spcPts val="0"/>
              </a:spcBef>
              <a:spcAft>
                <a:spcPts val="0"/>
              </a:spcAft>
              <a:buClr>
                <a:schemeClr val="accent1"/>
              </a:buClr>
              <a:buSzPts val="1300"/>
              <a:buFont typeface="Trebuchet MS"/>
              <a:buNone/>
              <a:defRPr/>
            </a:lvl8pPr>
            <a:lvl9pPr indent="0" lvl="8" marL="0" algn="r">
              <a:spcBef>
                <a:spcPts val="0"/>
              </a:spcBef>
              <a:spcAft>
                <a:spcPts val="0"/>
              </a:spcAft>
              <a:buClr>
                <a:schemeClr val="accent1"/>
              </a:buClr>
              <a:buSzPts val="13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
        <p:nvSpPr>
          <p:cNvPr id="122" name="Google Shape;122;p54"/>
          <p:cNvSpPr txBox="1"/>
          <p:nvPr/>
        </p:nvSpPr>
        <p:spPr>
          <a:xfrm>
            <a:off x="812805" y="1185567"/>
            <a:ext cx="914400" cy="877164"/>
          </a:xfrm>
          <a:prstGeom prst="rect">
            <a:avLst/>
          </a:prstGeom>
          <a:noFill/>
          <a:ln>
            <a:noFill/>
          </a:ln>
        </p:spPr>
        <p:txBody>
          <a:bodyPr anchorCtr="0" anchor="ctr" bIns="68575" lIns="137150" spcFirstLastPara="1" rIns="137150" wrap="square" tIns="68575">
            <a:noAutofit/>
          </a:bodyPr>
          <a:lstStyle/>
          <a:p>
            <a:pPr indent="0" lvl="0" marL="0" marR="0" rtl="0" algn="l">
              <a:spcBef>
                <a:spcPts val="0"/>
              </a:spcBef>
              <a:spcAft>
                <a:spcPts val="0"/>
              </a:spcAft>
              <a:buNone/>
            </a:pPr>
            <a:r>
              <a:rPr lang="en-US" sz="12000">
                <a:solidFill>
                  <a:srgbClr val="BFE471"/>
                </a:solidFill>
                <a:latin typeface="Arial"/>
                <a:ea typeface="Arial"/>
                <a:cs typeface="Arial"/>
                <a:sym typeface="Arial"/>
              </a:rPr>
              <a:t>“</a:t>
            </a:r>
            <a:endParaRPr/>
          </a:p>
        </p:txBody>
      </p:sp>
      <p:sp>
        <p:nvSpPr>
          <p:cNvPr id="123" name="Google Shape;123;p54"/>
          <p:cNvSpPr txBox="1"/>
          <p:nvPr/>
        </p:nvSpPr>
        <p:spPr>
          <a:xfrm>
            <a:off x="13339517" y="4329834"/>
            <a:ext cx="914400" cy="877164"/>
          </a:xfrm>
          <a:prstGeom prst="rect">
            <a:avLst/>
          </a:prstGeom>
          <a:noFill/>
          <a:ln>
            <a:noFill/>
          </a:ln>
        </p:spPr>
        <p:txBody>
          <a:bodyPr anchorCtr="0" anchor="ctr" bIns="68575" lIns="137150" spcFirstLastPara="1" rIns="137150" wrap="square" tIns="68575">
            <a:noAutofit/>
          </a:bodyPr>
          <a:lstStyle/>
          <a:p>
            <a:pPr indent="0" lvl="0" marL="0" marR="0" rtl="0" algn="l">
              <a:spcBef>
                <a:spcPts val="0"/>
              </a:spcBef>
              <a:spcAft>
                <a:spcPts val="0"/>
              </a:spcAft>
              <a:buNone/>
            </a:pPr>
            <a:r>
              <a:rPr lang="en-US" sz="12000">
                <a:solidFill>
                  <a:srgbClr val="BFE471"/>
                </a:solidFill>
                <a:latin typeface="Arial"/>
                <a:ea typeface="Arial"/>
                <a:cs typeface="Arial"/>
                <a:sym typeface="Arial"/>
              </a:rPr>
              <a:t>”</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dadero o falso">
  <p:cSld name="Verdadero o falso">
    <p:spTree>
      <p:nvGrpSpPr>
        <p:cNvPr id="124" name="Shape 124"/>
        <p:cNvGrpSpPr/>
        <p:nvPr/>
      </p:nvGrpSpPr>
      <p:grpSpPr>
        <a:xfrm>
          <a:off x="0" y="0"/>
          <a:ext cx="0" cy="0"/>
          <a:chOff x="0" y="0"/>
          <a:chExt cx="0" cy="0"/>
        </a:xfrm>
      </p:grpSpPr>
      <p:sp>
        <p:nvSpPr>
          <p:cNvPr id="125" name="Google Shape;125;p55"/>
          <p:cNvSpPr txBox="1"/>
          <p:nvPr>
            <p:ph type="title"/>
          </p:nvPr>
        </p:nvSpPr>
        <p:spPr>
          <a:xfrm>
            <a:off x="1028699" y="914400"/>
            <a:ext cx="12882305" cy="45339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6600"/>
              <a:buFont typeface="Trebuchet MS"/>
              <a:buNone/>
              <a:defRPr b="0" sz="66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55"/>
          <p:cNvSpPr txBox="1"/>
          <p:nvPr>
            <p:ph idx="1" type="body"/>
          </p:nvPr>
        </p:nvSpPr>
        <p:spPr>
          <a:xfrm>
            <a:off x="1015999" y="6019800"/>
            <a:ext cx="12895004" cy="771372"/>
          </a:xfrm>
          <a:prstGeom prst="rect">
            <a:avLst/>
          </a:prstGeom>
          <a:noFill/>
          <a:ln>
            <a:noFill/>
          </a:ln>
        </p:spPr>
        <p:txBody>
          <a:bodyPr anchorCtr="0" anchor="b" bIns="45700" lIns="91425" spcFirstLastPara="1" rIns="91425" wrap="square" tIns="45700">
            <a:noAutofit/>
          </a:bodyPr>
          <a:lstStyle>
            <a:lvl1pPr indent="-228600" lvl="0" marL="457200" algn="l">
              <a:spcBef>
                <a:spcPts val="1500"/>
              </a:spcBef>
              <a:spcAft>
                <a:spcPts val="0"/>
              </a:spcAft>
              <a:buSzPts val="2880"/>
              <a:buFont typeface="Trebuchet MS"/>
              <a:buNone/>
              <a:defRPr sz="3600">
                <a:solidFill>
                  <a:schemeClr val="accent1"/>
                </a:solidFill>
              </a:defRPr>
            </a:lvl1pPr>
            <a:lvl2pPr indent="-228600" lvl="1" marL="914400" algn="l">
              <a:spcBef>
                <a:spcPts val="1500"/>
              </a:spcBef>
              <a:spcAft>
                <a:spcPts val="0"/>
              </a:spcAft>
              <a:buSzPts val="1920"/>
              <a:buFont typeface="Trebuchet MS"/>
              <a:buNone/>
              <a:defRPr/>
            </a:lvl2pPr>
            <a:lvl3pPr indent="-228600" lvl="2" marL="1371600" algn="l">
              <a:spcBef>
                <a:spcPts val="1500"/>
              </a:spcBef>
              <a:spcAft>
                <a:spcPts val="0"/>
              </a:spcAft>
              <a:buSzPts val="1680"/>
              <a:buFont typeface="Trebuchet MS"/>
              <a:buNone/>
              <a:defRPr/>
            </a:lvl3pPr>
            <a:lvl4pPr indent="-228600" lvl="3" marL="1828800" algn="l">
              <a:spcBef>
                <a:spcPts val="1500"/>
              </a:spcBef>
              <a:spcAft>
                <a:spcPts val="0"/>
              </a:spcAft>
              <a:buSzPts val="1440"/>
              <a:buFont typeface="Trebuchet MS"/>
              <a:buNone/>
              <a:defRPr/>
            </a:lvl4pPr>
            <a:lvl5pPr indent="-228600" lvl="4" marL="2286000" algn="l">
              <a:spcBef>
                <a:spcPts val="1500"/>
              </a:spcBef>
              <a:spcAft>
                <a:spcPts val="0"/>
              </a:spcAft>
              <a:buSzPts val="1440"/>
              <a:buFont typeface="Trebuchet MS"/>
              <a:buNone/>
              <a:defRPr/>
            </a:lvl5pPr>
            <a:lvl6pPr indent="-320040" lvl="5" marL="2743200" algn="l">
              <a:spcBef>
                <a:spcPts val="1500"/>
              </a:spcBef>
              <a:spcAft>
                <a:spcPts val="0"/>
              </a:spcAft>
              <a:buSzPts val="1440"/>
              <a:buChar char="►"/>
              <a:defRPr/>
            </a:lvl6pPr>
            <a:lvl7pPr indent="-320040" lvl="6" marL="3200400" algn="l">
              <a:spcBef>
                <a:spcPts val="1500"/>
              </a:spcBef>
              <a:spcAft>
                <a:spcPts val="0"/>
              </a:spcAft>
              <a:buSzPts val="1440"/>
              <a:buChar char="►"/>
              <a:defRPr/>
            </a:lvl7pPr>
            <a:lvl8pPr indent="-320040" lvl="7" marL="3657600" algn="l">
              <a:spcBef>
                <a:spcPts val="1500"/>
              </a:spcBef>
              <a:spcAft>
                <a:spcPts val="0"/>
              </a:spcAft>
              <a:buSzPts val="1440"/>
              <a:buChar char="►"/>
              <a:defRPr/>
            </a:lvl8pPr>
            <a:lvl9pPr indent="-320040" lvl="8" marL="4114800" algn="l">
              <a:spcBef>
                <a:spcPts val="1500"/>
              </a:spcBef>
              <a:spcAft>
                <a:spcPts val="0"/>
              </a:spcAft>
              <a:buSzPts val="1440"/>
              <a:buChar char="►"/>
              <a:defRPr/>
            </a:lvl9pPr>
          </a:lstStyle>
          <a:p/>
        </p:txBody>
      </p:sp>
      <p:sp>
        <p:nvSpPr>
          <p:cNvPr id="127" name="Google Shape;127;p55"/>
          <p:cNvSpPr txBox="1"/>
          <p:nvPr>
            <p:ph idx="2" type="body"/>
          </p:nvPr>
        </p:nvSpPr>
        <p:spPr>
          <a:xfrm>
            <a:off x="1016003" y="6791172"/>
            <a:ext cx="12895002" cy="2270871"/>
          </a:xfrm>
          <a:prstGeom prst="rect">
            <a:avLst/>
          </a:prstGeom>
          <a:noFill/>
          <a:ln>
            <a:noFill/>
          </a:ln>
        </p:spPr>
        <p:txBody>
          <a:bodyPr anchorCtr="0" anchor="t" bIns="45700" lIns="91425" spcFirstLastPara="1" rIns="91425" wrap="square" tIns="45700">
            <a:normAutofit/>
          </a:bodyPr>
          <a:lstStyle>
            <a:lvl1pPr indent="-228600" lvl="0" marL="457200" algn="l">
              <a:spcBef>
                <a:spcPts val="1500"/>
              </a:spcBef>
              <a:spcAft>
                <a:spcPts val="0"/>
              </a:spcAft>
              <a:buSzPts val="2160"/>
              <a:buNone/>
              <a:defRPr sz="2700">
                <a:solidFill>
                  <a:srgbClr val="7F7F7F"/>
                </a:solidFill>
              </a:defRPr>
            </a:lvl1pPr>
            <a:lvl2pPr indent="-228600" lvl="1" marL="914400" algn="l">
              <a:spcBef>
                <a:spcPts val="1500"/>
              </a:spcBef>
              <a:spcAft>
                <a:spcPts val="0"/>
              </a:spcAft>
              <a:buSzPts val="2160"/>
              <a:buNone/>
              <a:defRPr sz="2700">
                <a:solidFill>
                  <a:srgbClr val="888888"/>
                </a:solidFill>
              </a:defRPr>
            </a:lvl2pPr>
            <a:lvl3pPr indent="-228600" lvl="2" marL="1371600" algn="l">
              <a:spcBef>
                <a:spcPts val="1500"/>
              </a:spcBef>
              <a:spcAft>
                <a:spcPts val="0"/>
              </a:spcAft>
              <a:buSzPts val="1920"/>
              <a:buNone/>
              <a:defRPr sz="2400">
                <a:solidFill>
                  <a:srgbClr val="888888"/>
                </a:solidFill>
              </a:defRPr>
            </a:lvl3pPr>
            <a:lvl4pPr indent="-228600" lvl="3" marL="1828800" algn="l">
              <a:spcBef>
                <a:spcPts val="1500"/>
              </a:spcBef>
              <a:spcAft>
                <a:spcPts val="0"/>
              </a:spcAft>
              <a:buSzPts val="1680"/>
              <a:buNone/>
              <a:defRPr sz="2100">
                <a:solidFill>
                  <a:srgbClr val="888888"/>
                </a:solidFill>
              </a:defRPr>
            </a:lvl4pPr>
            <a:lvl5pPr indent="-228600" lvl="4" marL="2286000" algn="l">
              <a:spcBef>
                <a:spcPts val="1500"/>
              </a:spcBef>
              <a:spcAft>
                <a:spcPts val="0"/>
              </a:spcAft>
              <a:buSzPts val="1680"/>
              <a:buNone/>
              <a:defRPr sz="2100">
                <a:solidFill>
                  <a:srgbClr val="888888"/>
                </a:solidFill>
              </a:defRPr>
            </a:lvl5pPr>
            <a:lvl6pPr indent="-228600" lvl="5" marL="2743200" algn="l">
              <a:spcBef>
                <a:spcPts val="1500"/>
              </a:spcBef>
              <a:spcAft>
                <a:spcPts val="0"/>
              </a:spcAft>
              <a:buSzPts val="1680"/>
              <a:buNone/>
              <a:defRPr sz="2100">
                <a:solidFill>
                  <a:srgbClr val="888888"/>
                </a:solidFill>
              </a:defRPr>
            </a:lvl6pPr>
            <a:lvl7pPr indent="-228600" lvl="6" marL="3200400" algn="l">
              <a:spcBef>
                <a:spcPts val="1500"/>
              </a:spcBef>
              <a:spcAft>
                <a:spcPts val="0"/>
              </a:spcAft>
              <a:buSzPts val="1680"/>
              <a:buNone/>
              <a:defRPr sz="2100">
                <a:solidFill>
                  <a:srgbClr val="888888"/>
                </a:solidFill>
              </a:defRPr>
            </a:lvl7pPr>
            <a:lvl8pPr indent="-228600" lvl="7" marL="3657600" algn="l">
              <a:spcBef>
                <a:spcPts val="1500"/>
              </a:spcBef>
              <a:spcAft>
                <a:spcPts val="0"/>
              </a:spcAft>
              <a:buSzPts val="1680"/>
              <a:buNone/>
              <a:defRPr sz="2100">
                <a:solidFill>
                  <a:srgbClr val="888888"/>
                </a:solidFill>
              </a:defRPr>
            </a:lvl8pPr>
            <a:lvl9pPr indent="-228600" lvl="8" marL="4114800" algn="l">
              <a:spcBef>
                <a:spcPts val="1500"/>
              </a:spcBef>
              <a:spcAft>
                <a:spcPts val="0"/>
              </a:spcAft>
              <a:buSzPts val="1680"/>
              <a:buNone/>
              <a:defRPr sz="2100">
                <a:solidFill>
                  <a:srgbClr val="888888"/>
                </a:solidFill>
              </a:defRPr>
            </a:lvl9pPr>
          </a:lstStyle>
          <a:p/>
        </p:txBody>
      </p:sp>
      <p:sp>
        <p:nvSpPr>
          <p:cNvPr id="128" name="Google Shape;128;p55"/>
          <p:cNvSpPr txBox="1"/>
          <p:nvPr>
            <p:ph idx="10" type="dt"/>
          </p:nvPr>
        </p:nvSpPr>
        <p:spPr>
          <a:xfrm>
            <a:off x="10807700" y="9062044"/>
            <a:ext cx="1367909"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55"/>
          <p:cNvSpPr txBox="1"/>
          <p:nvPr>
            <p:ph idx="11" type="ftr"/>
          </p:nvPr>
        </p:nvSpPr>
        <p:spPr>
          <a:xfrm>
            <a:off x="1016001" y="9062044"/>
            <a:ext cx="9446418"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55"/>
          <p:cNvSpPr txBox="1"/>
          <p:nvPr>
            <p:ph idx="12" type="sldNum"/>
          </p:nvPr>
        </p:nvSpPr>
        <p:spPr>
          <a:xfrm>
            <a:off x="12885995" y="9062044"/>
            <a:ext cx="1025009"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1300"/>
              <a:buFont typeface="Trebuchet MS"/>
              <a:buNone/>
              <a:defRPr/>
            </a:lvl1pPr>
            <a:lvl2pPr indent="0" lvl="1" marL="0" algn="r">
              <a:spcBef>
                <a:spcPts val="0"/>
              </a:spcBef>
              <a:spcAft>
                <a:spcPts val="0"/>
              </a:spcAft>
              <a:buClr>
                <a:schemeClr val="accent1"/>
              </a:buClr>
              <a:buSzPts val="1300"/>
              <a:buFont typeface="Trebuchet MS"/>
              <a:buNone/>
              <a:defRPr/>
            </a:lvl2pPr>
            <a:lvl3pPr indent="0" lvl="2" marL="0" algn="r">
              <a:spcBef>
                <a:spcPts val="0"/>
              </a:spcBef>
              <a:spcAft>
                <a:spcPts val="0"/>
              </a:spcAft>
              <a:buClr>
                <a:schemeClr val="accent1"/>
              </a:buClr>
              <a:buSzPts val="1300"/>
              <a:buFont typeface="Trebuchet MS"/>
              <a:buNone/>
              <a:defRPr/>
            </a:lvl3pPr>
            <a:lvl4pPr indent="0" lvl="3" marL="0" algn="r">
              <a:spcBef>
                <a:spcPts val="0"/>
              </a:spcBef>
              <a:spcAft>
                <a:spcPts val="0"/>
              </a:spcAft>
              <a:buClr>
                <a:schemeClr val="accent1"/>
              </a:buClr>
              <a:buSzPts val="1300"/>
              <a:buFont typeface="Trebuchet MS"/>
              <a:buNone/>
              <a:defRPr/>
            </a:lvl4pPr>
            <a:lvl5pPr indent="0" lvl="4" marL="0" algn="r">
              <a:spcBef>
                <a:spcPts val="0"/>
              </a:spcBef>
              <a:spcAft>
                <a:spcPts val="0"/>
              </a:spcAft>
              <a:buClr>
                <a:schemeClr val="accent1"/>
              </a:buClr>
              <a:buSzPts val="1300"/>
              <a:buFont typeface="Trebuchet MS"/>
              <a:buNone/>
              <a:defRPr/>
            </a:lvl5pPr>
            <a:lvl6pPr indent="0" lvl="5" marL="0" algn="r">
              <a:spcBef>
                <a:spcPts val="0"/>
              </a:spcBef>
              <a:spcAft>
                <a:spcPts val="0"/>
              </a:spcAft>
              <a:buClr>
                <a:schemeClr val="accent1"/>
              </a:buClr>
              <a:buSzPts val="1300"/>
              <a:buFont typeface="Trebuchet MS"/>
              <a:buNone/>
              <a:defRPr/>
            </a:lvl6pPr>
            <a:lvl7pPr indent="0" lvl="6" marL="0" algn="r">
              <a:spcBef>
                <a:spcPts val="0"/>
              </a:spcBef>
              <a:spcAft>
                <a:spcPts val="0"/>
              </a:spcAft>
              <a:buClr>
                <a:schemeClr val="accent1"/>
              </a:buClr>
              <a:buSzPts val="1300"/>
              <a:buFont typeface="Trebuchet MS"/>
              <a:buNone/>
              <a:defRPr/>
            </a:lvl7pPr>
            <a:lvl8pPr indent="0" lvl="7" marL="0" algn="r">
              <a:spcBef>
                <a:spcPts val="0"/>
              </a:spcBef>
              <a:spcAft>
                <a:spcPts val="0"/>
              </a:spcAft>
              <a:buClr>
                <a:schemeClr val="accent1"/>
              </a:buClr>
              <a:buSzPts val="1300"/>
              <a:buFont typeface="Trebuchet MS"/>
              <a:buNone/>
              <a:defRPr/>
            </a:lvl8pPr>
            <a:lvl9pPr indent="0" lvl="8" marL="0" algn="r">
              <a:spcBef>
                <a:spcPts val="0"/>
              </a:spcBef>
              <a:spcAft>
                <a:spcPts val="0"/>
              </a:spcAft>
              <a:buClr>
                <a:schemeClr val="accent1"/>
              </a:buClr>
              <a:buSzPts val="13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31" name="Shape 131"/>
        <p:cNvGrpSpPr/>
        <p:nvPr/>
      </p:nvGrpSpPr>
      <p:grpSpPr>
        <a:xfrm>
          <a:off x="0" y="0"/>
          <a:ext cx="0" cy="0"/>
          <a:chOff x="0" y="0"/>
          <a:chExt cx="0" cy="0"/>
        </a:xfrm>
      </p:grpSpPr>
      <p:sp>
        <p:nvSpPr>
          <p:cNvPr id="132" name="Google Shape;132;p56"/>
          <p:cNvSpPr txBox="1"/>
          <p:nvPr>
            <p:ph type="title"/>
          </p:nvPr>
        </p:nvSpPr>
        <p:spPr>
          <a:xfrm>
            <a:off x="1016001" y="914400"/>
            <a:ext cx="12895002" cy="19812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56"/>
          <p:cNvSpPr txBox="1"/>
          <p:nvPr>
            <p:ph idx="1" type="body"/>
          </p:nvPr>
        </p:nvSpPr>
        <p:spPr>
          <a:xfrm rot="5400000">
            <a:off x="4552922" y="-296037"/>
            <a:ext cx="5821160" cy="12895002"/>
          </a:xfrm>
          <a:prstGeom prst="rect">
            <a:avLst/>
          </a:prstGeom>
          <a:noFill/>
          <a:ln>
            <a:noFill/>
          </a:ln>
        </p:spPr>
        <p:txBody>
          <a:bodyPr anchorCtr="0" anchor="t" bIns="45700" lIns="91425" spcFirstLastPara="1" rIns="91425" wrap="square" tIns="45700">
            <a:normAutofit/>
          </a:bodyPr>
          <a:lstStyle>
            <a:lvl1pPr indent="-320040" lvl="0" marL="457200" algn="l">
              <a:spcBef>
                <a:spcPts val="1500"/>
              </a:spcBef>
              <a:spcAft>
                <a:spcPts val="0"/>
              </a:spcAft>
              <a:buSzPts val="1440"/>
              <a:buChar char="►"/>
              <a:defRPr/>
            </a:lvl1pPr>
            <a:lvl2pPr indent="-320040" lvl="1" marL="914400" algn="l">
              <a:spcBef>
                <a:spcPts val="1500"/>
              </a:spcBef>
              <a:spcAft>
                <a:spcPts val="0"/>
              </a:spcAft>
              <a:buSzPts val="1440"/>
              <a:buChar char="►"/>
              <a:defRPr/>
            </a:lvl2pPr>
            <a:lvl3pPr indent="-320040" lvl="2" marL="1371600" algn="l">
              <a:spcBef>
                <a:spcPts val="1500"/>
              </a:spcBef>
              <a:spcAft>
                <a:spcPts val="0"/>
              </a:spcAft>
              <a:buSzPts val="1440"/>
              <a:buChar char="►"/>
              <a:defRPr/>
            </a:lvl3pPr>
            <a:lvl4pPr indent="-320040" lvl="3" marL="1828800" algn="l">
              <a:spcBef>
                <a:spcPts val="1500"/>
              </a:spcBef>
              <a:spcAft>
                <a:spcPts val="0"/>
              </a:spcAft>
              <a:buSzPts val="1440"/>
              <a:buChar char="►"/>
              <a:defRPr/>
            </a:lvl4pPr>
            <a:lvl5pPr indent="-320040" lvl="4" marL="2286000" algn="l">
              <a:spcBef>
                <a:spcPts val="1500"/>
              </a:spcBef>
              <a:spcAft>
                <a:spcPts val="0"/>
              </a:spcAft>
              <a:buSzPts val="1440"/>
              <a:buChar char="►"/>
              <a:defRPr/>
            </a:lvl5pPr>
            <a:lvl6pPr indent="-320040" lvl="5" marL="2743200" algn="l">
              <a:spcBef>
                <a:spcPts val="1500"/>
              </a:spcBef>
              <a:spcAft>
                <a:spcPts val="0"/>
              </a:spcAft>
              <a:buSzPts val="1440"/>
              <a:buChar char="►"/>
              <a:defRPr/>
            </a:lvl6pPr>
            <a:lvl7pPr indent="-320040" lvl="6" marL="3200400" algn="l">
              <a:spcBef>
                <a:spcPts val="1500"/>
              </a:spcBef>
              <a:spcAft>
                <a:spcPts val="0"/>
              </a:spcAft>
              <a:buSzPts val="1440"/>
              <a:buChar char="►"/>
              <a:defRPr/>
            </a:lvl7pPr>
            <a:lvl8pPr indent="-320040" lvl="7" marL="3657600" algn="l">
              <a:spcBef>
                <a:spcPts val="1500"/>
              </a:spcBef>
              <a:spcAft>
                <a:spcPts val="0"/>
              </a:spcAft>
              <a:buSzPts val="1440"/>
              <a:buChar char="►"/>
              <a:defRPr/>
            </a:lvl8pPr>
            <a:lvl9pPr indent="-320040" lvl="8" marL="4114800" algn="l">
              <a:spcBef>
                <a:spcPts val="1500"/>
              </a:spcBef>
              <a:spcAft>
                <a:spcPts val="0"/>
              </a:spcAft>
              <a:buSzPts val="1440"/>
              <a:buChar char="►"/>
              <a:defRPr/>
            </a:lvl9pPr>
          </a:lstStyle>
          <a:p/>
        </p:txBody>
      </p:sp>
      <p:sp>
        <p:nvSpPr>
          <p:cNvPr id="134" name="Google Shape;134;p56"/>
          <p:cNvSpPr txBox="1"/>
          <p:nvPr>
            <p:ph idx="10" type="dt"/>
          </p:nvPr>
        </p:nvSpPr>
        <p:spPr>
          <a:xfrm>
            <a:off x="10807700" y="9062044"/>
            <a:ext cx="1367909"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56"/>
          <p:cNvSpPr txBox="1"/>
          <p:nvPr>
            <p:ph idx="11" type="ftr"/>
          </p:nvPr>
        </p:nvSpPr>
        <p:spPr>
          <a:xfrm>
            <a:off x="1016001" y="9062044"/>
            <a:ext cx="9446418"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56"/>
          <p:cNvSpPr txBox="1"/>
          <p:nvPr>
            <p:ph idx="12" type="sldNum"/>
          </p:nvPr>
        </p:nvSpPr>
        <p:spPr>
          <a:xfrm>
            <a:off x="12885995" y="9062044"/>
            <a:ext cx="1025009"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1300"/>
              <a:buFont typeface="Trebuchet MS"/>
              <a:buNone/>
              <a:defRPr/>
            </a:lvl1pPr>
            <a:lvl2pPr indent="0" lvl="1" marL="0" algn="r">
              <a:spcBef>
                <a:spcPts val="0"/>
              </a:spcBef>
              <a:spcAft>
                <a:spcPts val="0"/>
              </a:spcAft>
              <a:buClr>
                <a:schemeClr val="accent1"/>
              </a:buClr>
              <a:buSzPts val="1300"/>
              <a:buFont typeface="Trebuchet MS"/>
              <a:buNone/>
              <a:defRPr/>
            </a:lvl2pPr>
            <a:lvl3pPr indent="0" lvl="2" marL="0" algn="r">
              <a:spcBef>
                <a:spcPts val="0"/>
              </a:spcBef>
              <a:spcAft>
                <a:spcPts val="0"/>
              </a:spcAft>
              <a:buClr>
                <a:schemeClr val="accent1"/>
              </a:buClr>
              <a:buSzPts val="1300"/>
              <a:buFont typeface="Trebuchet MS"/>
              <a:buNone/>
              <a:defRPr/>
            </a:lvl3pPr>
            <a:lvl4pPr indent="0" lvl="3" marL="0" algn="r">
              <a:spcBef>
                <a:spcPts val="0"/>
              </a:spcBef>
              <a:spcAft>
                <a:spcPts val="0"/>
              </a:spcAft>
              <a:buClr>
                <a:schemeClr val="accent1"/>
              </a:buClr>
              <a:buSzPts val="1300"/>
              <a:buFont typeface="Trebuchet MS"/>
              <a:buNone/>
              <a:defRPr/>
            </a:lvl4pPr>
            <a:lvl5pPr indent="0" lvl="4" marL="0" algn="r">
              <a:spcBef>
                <a:spcPts val="0"/>
              </a:spcBef>
              <a:spcAft>
                <a:spcPts val="0"/>
              </a:spcAft>
              <a:buClr>
                <a:schemeClr val="accent1"/>
              </a:buClr>
              <a:buSzPts val="1300"/>
              <a:buFont typeface="Trebuchet MS"/>
              <a:buNone/>
              <a:defRPr/>
            </a:lvl5pPr>
            <a:lvl6pPr indent="0" lvl="5" marL="0" algn="r">
              <a:spcBef>
                <a:spcPts val="0"/>
              </a:spcBef>
              <a:spcAft>
                <a:spcPts val="0"/>
              </a:spcAft>
              <a:buClr>
                <a:schemeClr val="accent1"/>
              </a:buClr>
              <a:buSzPts val="1300"/>
              <a:buFont typeface="Trebuchet MS"/>
              <a:buNone/>
              <a:defRPr/>
            </a:lvl6pPr>
            <a:lvl7pPr indent="0" lvl="6" marL="0" algn="r">
              <a:spcBef>
                <a:spcPts val="0"/>
              </a:spcBef>
              <a:spcAft>
                <a:spcPts val="0"/>
              </a:spcAft>
              <a:buClr>
                <a:schemeClr val="accent1"/>
              </a:buClr>
              <a:buSzPts val="1300"/>
              <a:buFont typeface="Trebuchet MS"/>
              <a:buNone/>
              <a:defRPr/>
            </a:lvl7pPr>
            <a:lvl8pPr indent="0" lvl="7" marL="0" algn="r">
              <a:spcBef>
                <a:spcPts val="0"/>
              </a:spcBef>
              <a:spcAft>
                <a:spcPts val="0"/>
              </a:spcAft>
              <a:buClr>
                <a:schemeClr val="accent1"/>
              </a:buClr>
              <a:buSzPts val="1300"/>
              <a:buFont typeface="Trebuchet MS"/>
              <a:buNone/>
              <a:defRPr/>
            </a:lvl8pPr>
            <a:lvl9pPr indent="0" lvl="8" marL="0" algn="r">
              <a:spcBef>
                <a:spcPts val="0"/>
              </a:spcBef>
              <a:spcAft>
                <a:spcPts val="0"/>
              </a:spcAft>
              <a:buClr>
                <a:schemeClr val="accent1"/>
              </a:buClr>
              <a:buSzPts val="13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37" name="Shape 137"/>
        <p:cNvGrpSpPr/>
        <p:nvPr/>
      </p:nvGrpSpPr>
      <p:grpSpPr>
        <a:xfrm>
          <a:off x="0" y="0"/>
          <a:ext cx="0" cy="0"/>
          <a:chOff x="0" y="0"/>
          <a:chExt cx="0" cy="0"/>
        </a:xfrm>
      </p:grpSpPr>
      <p:sp>
        <p:nvSpPr>
          <p:cNvPr id="138" name="Google Shape;138;p57"/>
          <p:cNvSpPr txBox="1"/>
          <p:nvPr>
            <p:ph type="title"/>
          </p:nvPr>
        </p:nvSpPr>
        <p:spPr>
          <a:xfrm rot="5400000">
            <a:off x="8991479" y="3874430"/>
            <a:ext cx="7877177" cy="195711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57"/>
          <p:cNvSpPr txBox="1"/>
          <p:nvPr>
            <p:ph idx="1" type="body"/>
          </p:nvPr>
        </p:nvSpPr>
        <p:spPr>
          <a:xfrm rot="5400000">
            <a:off x="2372528" y="-442125"/>
            <a:ext cx="7877175" cy="10590225"/>
          </a:xfrm>
          <a:prstGeom prst="rect">
            <a:avLst/>
          </a:prstGeom>
          <a:noFill/>
          <a:ln>
            <a:noFill/>
          </a:ln>
        </p:spPr>
        <p:txBody>
          <a:bodyPr anchorCtr="0" anchor="t" bIns="45700" lIns="91425" spcFirstLastPara="1" rIns="91425" wrap="square" tIns="45700">
            <a:normAutofit/>
          </a:bodyPr>
          <a:lstStyle>
            <a:lvl1pPr indent="-320040" lvl="0" marL="457200" algn="l">
              <a:spcBef>
                <a:spcPts val="1500"/>
              </a:spcBef>
              <a:spcAft>
                <a:spcPts val="0"/>
              </a:spcAft>
              <a:buSzPts val="1440"/>
              <a:buChar char="►"/>
              <a:defRPr/>
            </a:lvl1pPr>
            <a:lvl2pPr indent="-320040" lvl="1" marL="914400" algn="l">
              <a:spcBef>
                <a:spcPts val="1500"/>
              </a:spcBef>
              <a:spcAft>
                <a:spcPts val="0"/>
              </a:spcAft>
              <a:buSzPts val="1440"/>
              <a:buChar char="►"/>
              <a:defRPr/>
            </a:lvl2pPr>
            <a:lvl3pPr indent="-320040" lvl="2" marL="1371600" algn="l">
              <a:spcBef>
                <a:spcPts val="1500"/>
              </a:spcBef>
              <a:spcAft>
                <a:spcPts val="0"/>
              </a:spcAft>
              <a:buSzPts val="1440"/>
              <a:buChar char="►"/>
              <a:defRPr/>
            </a:lvl3pPr>
            <a:lvl4pPr indent="-320040" lvl="3" marL="1828800" algn="l">
              <a:spcBef>
                <a:spcPts val="1500"/>
              </a:spcBef>
              <a:spcAft>
                <a:spcPts val="0"/>
              </a:spcAft>
              <a:buSzPts val="1440"/>
              <a:buChar char="►"/>
              <a:defRPr/>
            </a:lvl4pPr>
            <a:lvl5pPr indent="-320040" lvl="4" marL="2286000" algn="l">
              <a:spcBef>
                <a:spcPts val="1500"/>
              </a:spcBef>
              <a:spcAft>
                <a:spcPts val="0"/>
              </a:spcAft>
              <a:buSzPts val="1440"/>
              <a:buChar char="►"/>
              <a:defRPr/>
            </a:lvl5pPr>
            <a:lvl6pPr indent="-320040" lvl="5" marL="2743200" algn="l">
              <a:spcBef>
                <a:spcPts val="1500"/>
              </a:spcBef>
              <a:spcAft>
                <a:spcPts val="0"/>
              </a:spcAft>
              <a:buSzPts val="1440"/>
              <a:buChar char="►"/>
              <a:defRPr/>
            </a:lvl6pPr>
            <a:lvl7pPr indent="-320040" lvl="6" marL="3200400" algn="l">
              <a:spcBef>
                <a:spcPts val="1500"/>
              </a:spcBef>
              <a:spcAft>
                <a:spcPts val="0"/>
              </a:spcAft>
              <a:buSzPts val="1440"/>
              <a:buChar char="►"/>
              <a:defRPr/>
            </a:lvl7pPr>
            <a:lvl8pPr indent="-320040" lvl="7" marL="3657600" algn="l">
              <a:spcBef>
                <a:spcPts val="1500"/>
              </a:spcBef>
              <a:spcAft>
                <a:spcPts val="0"/>
              </a:spcAft>
              <a:buSzPts val="1440"/>
              <a:buChar char="►"/>
              <a:defRPr/>
            </a:lvl8pPr>
            <a:lvl9pPr indent="-320040" lvl="8" marL="4114800" algn="l">
              <a:spcBef>
                <a:spcPts val="1500"/>
              </a:spcBef>
              <a:spcAft>
                <a:spcPts val="0"/>
              </a:spcAft>
              <a:buSzPts val="1440"/>
              <a:buChar char="►"/>
              <a:defRPr/>
            </a:lvl9pPr>
          </a:lstStyle>
          <a:p/>
        </p:txBody>
      </p:sp>
      <p:sp>
        <p:nvSpPr>
          <p:cNvPr id="140" name="Google Shape;140;p57"/>
          <p:cNvSpPr txBox="1"/>
          <p:nvPr>
            <p:ph idx="10" type="dt"/>
          </p:nvPr>
        </p:nvSpPr>
        <p:spPr>
          <a:xfrm>
            <a:off x="10807700" y="9062044"/>
            <a:ext cx="1367909"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57"/>
          <p:cNvSpPr txBox="1"/>
          <p:nvPr>
            <p:ph idx="11" type="ftr"/>
          </p:nvPr>
        </p:nvSpPr>
        <p:spPr>
          <a:xfrm>
            <a:off x="1016001" y="9062044"/>
            <a:ext cx="9446418"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57"/>
          <p:cNvSpPr txBox="1"/>
          <p:nvPr>
            <p:ph idx="12" type="sldNum"/>
          </p:nvPr>
        </p:nvSpPr>
        <p:spPr>
          <a:xfrm>
            <a:off x="12885995" y="9062044"/>
            <a:ext cx="1025009"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accent1"/>
              </a:buClr>
              <a:buSzPts val="1300"/>
              <a:buFont typeface="Trebuchet MS"/>
              <a:buNone/>
              <a:defRPr/>
            </a:lvl1pPr>
            <a:lvl2pPr indent="0" lvl="1" marL="0" algn="r">
              <a:spcBef>
                <a:spcPts val="0"/>
              </a:spcBef>
              <a:spcAft>
                <a:spcPts val="0"/>
              </a:spcAft>
              <a:buClr>
                <a:schemeClr val="accent1"/>
              </a:buClr>
              <a:buSzPts val="1300"/>
              <a:buFont typeface="Trebuchet MS"/>
              <a:buNone/>
              <a:defRPr/>
            </a:lvl2pPr>
            <a:lvl3pPr indent="0" lvl="2" marL="0" algn="r">
              <a:spcBef>
                <a:spcPts val="0"/>
              </a:spcBef>
              <a:spcAft>
                <a:spcPts val="0"/>
              </a:spcAft>
              <a:buClr>
                <a:schemeClr val="accent1"/>
              </a:buClr>
              <a:buSzPts val="1300"/>
              <a:buFont typeface="Trebuchet MS"/>
              <a:buNone/>
              <a:defRPr/>
            </a:lvl3pPr>
            <a:lvl4pPr indent="0" lvl="3" marL="0" algn="r">
              <a:spcBef>
                <a:spcPts val="0"/>
              </a:spcBef>
              <a:spcAft>
                <a:spcPts val="0"/>
              </a:spcAft>
              <a:buClr>
                <a:schemeClr val="accent1"/>
              </a:buClr>
              <a:buSzPts val="1300"/>
              <a:buFont typeface="Trebuchet MS"/>
              <a:buNone/>
              <a:defRPr/>
            </a:lvl4pPr>
            <a:lvl5pPr indent="0" lvl="4" marL="0" algn="r">
              <a:spcBef>
                <a:spcPts val="0"/>
              </a:spcBef>
              <a:spcAft>
                <a:spcPts val="0"/>
              </a:spcAft>
              <a:buClr>
                <a:schemeClr val="accent1"/>
              </a:buClr>
              <a:buSzPts val="1300"/>
              <a:buFont typeface="Trebuchet MS"/>
              <a:buNone/>
              <a:defRPr/>
            </a:lvl5pPr>
            <a:lvl6pPr indent="0" lvl="5" marL="0" algn="r">
              <a:spcBef>
                <a:spcPts val="0"/>
              </a:spcBef>
              <a:spcAft>
                <a:spcPts val="0"/>
              </a:spcAft>
              <a:buClr>
                <a:schemeClr val="accent1"/>
              </a:buClr>
              <a:buSzPts val="1300"/>
              <a:buFont typeface="Trebuchet MS"/>
              <a:buNone/>
              <a:defRPr/>
            </a:lvl6pPr>
            <a:lvl7pPr indent="0" lvl="6" marL="0" algn="r">
              <a:spcBef>
                <a:spcPts val="0"/>
              </a:spcBef>
              <a:spcAft>
                <a:spcPts val="0"/>
              </a:spcAft>
              <a:buClr>
                <a:schemeClr val="accent1"/>
              </a:buClr>
              <a:buSzPts val="1300"/>
              <a:buFont typeface="Trebuchet MS"/>
              <a:buNone/>
              <a:defRPr/>
            </a:lvl7pPr>
            <a:lvl8pPr indent="0" lvl="7" marL="0" algn="r">
              <a:spcBef>
                <a:spcPts val="0"/>
              </a:spcBef>
              <a:spcAft>
                <a:spcPts val="0"/>
              </a:spcAft>
              <a:buClr>
                <a:schemeClr val="accent1"/>
              </a:buClr>
              <a:buSzPts val="1300"/>
              <a:buFont typeface="Trebuchet MS"/>
              <a:buNone/>
              <a:defRPr/>
            </a:lvl8pPr>
            <a:lvl9pPr indent="0" lvl="8" marL="0" algn="r">
              <a:spcBef>
                <a:spcPts val="0"/>
              </a:spcBef>
              <a:spcAft>
                <a:spcPts val="0"/>
              </a:spcAft>
              <a:buClr>
                <a:schemeClr val="accent1"/>
              </a:buClr>
              <a:buSzPts val="1300"/>
              <a:buFont typeface="Trebuchet M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grpSp>
        <p:nvGrpSpPr>
          <p:cNvPr id="6" name="Google Shape;6;p40"/>
          <p:cNvGrpSpPr/>
          <p:nvPr/>
        </p:nvGrpSpPr>
        <p:grpSpPr>
          <a:xfrm>
            <a:off x="0" y="-12700"/>
            <a:ext cx="18288000" cy="10299701"/>
            <a:chOff x="0" y="-8467"/>
            <a:chExt cx="12192000" cy="6866467"/>
          </a:xfrm>
        </p:grpSpPr>
        <p:cxnSp>
          <p:nvCxnSpPr>
            <p:cNvPr id="7" name="Google Shape;7;p40"/>
            <p:cNvCxnSpPr/>
            <p:nvPr/>
          </p:nvCxnSpPr>
          <p:spPr>
            <a:xfrm>
              <a:off x="9371012" y="0"/>
              <a:ext cx="1219200" cy="6858000"/>
            </a:xfrm>
            <a:prstGeom prst="straightConnector1">
              <a:avLst/>
            </a:prstGeom>
            <a:noFill/>
            <a:ln cap="flat" cmpd="sng" w="9525">
              <a:solidFill>
                <a:srgbClr val="BFBFBF"/>
              </a:solidFill>
              <a:prstDash val="solid"/>
              <a:round/>
              <a:headEnd len="sm" w="sm" type="none"/>
              <a:tailEnd len="sm" w="sm" type="none"/>
            </a:ln>
          </p:spPr>
        </p:cxnSp>
        <p:cxnSp>
          <p:nvCxnSpPr>
            <p:cNvPr id="8" name="Google Shape;8;p40"/>
            <p:cNvCxnSpPr/>
            <p:nvPr/>
          </p:nvCxnSpPr>
          <p:spPr>
            <a:xfrm flipH="1">
              <a:off x="7425267" y="3681413"/>
              <a:ext cx="4763558" cy="3176587"/>
            </a:xfrm>
            <a:prstGeom prst="straightConnector1">
              <a:avLst/>
            </a:prstGeom>
            <a:noFill/>
            <a:ln cap="flat" cmpd="sng" w="9525">
              <a:solidFill>
                <a:srgbClr val="D8D8D8"/>
              </a:solidFill>
              <a:prstDash val="solid"/>
              <a:round/>
              <a:headEnd len="sm" w="sm" type="none"/>
              <a:tailEnd len="sm" w="sm" type="none"/>
            </a:ln>
          </p:spPr>
        </p:cxnSp>
        <p:sp>
          <p:nvSpPr>
            <p:cNvPr id="9" name="Google Shape;9;p40"/>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0196"/>
              </a:schemeClr>
            </a:solidFill>
            <a:ln>
              <a:noFill/>
            </a:ln>
          </p:spPr>
        </p:sp>
        <p:sp>
          <p:nvSpPr>
            <p:cNvPr id="10" name="Google Shape;10;p40"/>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1" name="Google Shape;11;p40"/>
            <p:cNvSpPr/>
            <p:nvPr/>
          </p:nvSpPr>
          <p:spPr>
            <a:xfrm>
              <a:off x="8932333" y="3048000"/>
              <a:ext cx="3259667" cy="3810000"/>
            </a:xfrm>
            <a:prstGeom prst="triangle">
              <a:avLst>
                <a:gd fmla="val 100000" name="adj"/>
              </a:avLst>
            </a:prstGeom>
            <a:solidFill>
              <a:schemeClr val="accent2">
                <a:alpha val="7215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40"/>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3F7818">
                <a:alpha val="70196"/>
              </a:srgbClr>
            </a:solidFill>
            <a:ln>
              <a:noFill/>
            </a:ln>
          </p:spPr>
        </p:sp>
        <p:sp>
          <p:nvSpPr>
            <p:cNvPr id="13" name="Google Shape;13;p40"/>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BFE471">
                <a:alpha val="70196"/>
              </a:srgbClr>
            </a:solidFill>
            <a:ln>
              <a:noFill/>
            </a:ln>
          </p:spPr>
        </p:sp>
        <p:sp>
          <p:nvSpPr>
            <p:cNvPr id="14" name="Google Shape;14;p40"/>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5098"/>
              </a:schemeClr>
            </a:solidFill>
            <a:ln>
              <a:noFill/>
            </a:ln>
          </p:spPr>
        </p:sp>
        <p:sp>
          <p:nvSpPr>
            <p:cNvPr id="15" name="Google Shape;15;p40"/>
            <p:cNvSpPr/>
            <p:nvPr/>
          </p:nvSpPr>
          <p:spPr>
            <a:xfrm>
              <a:off x="10371666" y="3589867"/>
              <a:ext cx="1817159" cy="3268133"/>
            </a:xfrm>
            <a:prstGeom prst="triangle">
              <a:avLst>
                <a:gd fmla="val 100000" name="adj"/>
              </a:avLst>
            </a:pr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40"/>
            <p:cNvSpPr/>
            <p:nvPr/>
          </p:nvSpPr>
          <p:spPr>
            <a:xfrm>
              <a:off x="0" y="4013200"/>
              <a:ext cx="448733" cy="2844800"/>
            </a:xfrm>
            <a:prstGeom prst="triangle">
              <a:avLst>
                <a:gd fmla="val 0" name="adj"/>
              </a:avLst>
            </a:prstGeom>
            <a:solidFill>
              <a:schemeClr val="accent1">
                <a:alpha val="85098"/>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 name="Google Shape;17;p40"/>
          <p:cNvSpPr txBox="1"/>
          <p:nvPr>
            <p:ph type="title"/>
          </p:nvPr>
        </p:nvSpPr>
        <p:spPr>
          <a:xfrm>
            <a:off x="1016001" y="914400"/>
            <a:ext cx="12895002" cy="19812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5400"/>
              <a:buFont typeface="Trebuchet MS"/>
              <a:buNone/>
              <a:defRPr b="0" i="0" sz="54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8" name="Google Shape;18;p40"/>
          <p:cNvSpPr txBox="1"/>
          <p:nvPr>
            <p:ph idx="1" type="body"/>
          </p:nvPr>
        </p:nvSpPr>
        <p:spPr>
          <a:xfrm>
            <a:off x="1016001" y="3240884"/>
            <a:ext cx="12895002" cy="5821160"/>
          </a:xfrm>
          <a:prstGeom prst="rect">
            <a:avLst/>
          </a:prstGeom>
          <a:noFill/>
          <a:ln>
            <a:noFill/>
          </a:ln>
        </p:spPr>
        <p:txBody>
          <a:bodyPr anchorCtr="0" anchor="t" bIns="45700" lIns="91425" spcFirstLastPara="1" rIns="91425" wrap="square" tIns="45700">
            <a:normAutofit/>
          </a:bodyPr>
          <a:lstStyle>
            <a:lvl1pPr indent="-365760" lvl="0" marL="457200" marR="0" rtl="0" algn="l">
              <a:spcBef>
                <a:spcPts val="1500"/>
              </a:spcBef>
              <a:spcAft>
                <a:spcPts val="0"/>
              </a:spcAft>
              <a:buClr>
                <a:schemeClr val="accent1"/>
              </a:buClr>
              <a:buSzPts val="2160"/>
              <a:buFont typeface="Noto Sans Symbols"/>
              <a:buChar char="►"/>
              <a:defRPr b="0" i="0" sz="2700" u="none" cap="none" strike="noStrike">
                <a:solidFill>
                  <a:srgbClr val="3F3F3F"/>
                </a:solidFill>
                <a:latin typeface="Trebuchet MS"/>
                <a:ea typeface="Trebuchet MS"/>
                <a:cs typeface="Trebuchet MS"/>
                <a:sym typeface="Trebuchet MS"/>
              </a:defRPr>
            </a:lvl1pPr>
            <a:lvl2pPr indent="-350520" lvl="1" marL="914400" marR="0" rtl="0" algn="l">
              <a:spcBef>
                <a:spcPts val="1500"/>
              </a:spcBef>
              <a:spcAft>
                <a:spcPts val="0"/>
              </a:spcAft>
              <a:buClr>
                <a:schemeClr val="accent1"/>
              </a:buClr>
              <a:buSzPts val="1920"/>
              <a:buFont typeface="Noto Sans Symbols"/>
              <a:buChar char="►"/>
              <a:defRPr b="0" i="0" sz="2400" u="none" cap="none" strike="noStrike">
                <a:solidFill>
                  <a:srgbClr val="3F3F3F"/>
                </a:solidFill>
                <a:latin typeface="Trebuchet MS"/>
                <a:ea typeface="Trebuchet MS"/>
                <a:cs typeface="Trebuchet MS"/>
                <a:sym typeface="Trebuchet MS"/>
              </a:defRPr>
            </a:lvl2pPr>
            <a:lvl3pPr indent="-335280" lvl="2" marL="1371600" marR="0" rtl="0" algn="l">
              <a:spcBef>
                <a:spcPts val="1500"/>
              </a:spcBef>
              <a:spcAft>
                <a:spcPts val="0"/>
              </a:spcAft>
              <a:buClr>
                <a:schemeClr val="accent1"/>
              </a:buClr>
              <a:buSzPts val="1680"/>
              <a:buFont typeface="Noto Sans Symbols"/>
              <a:buChar char="►"/>
              <a:defRPr b="0" i="0" sz="2100" u="none" cap="none" strike="noStrike">
                <a:solidFill>
                  <a:srgbClr val="3F3F3F"/>
                </a:solidFill>
                <a:latin typeface="Trebuchet MS"/>
                <a:ea typeface="Trebuchet MS"/>
                <a:cs typeface="Trebuchet MS"/>
                <a:sym typeface="Trebuchet MS"/>
              </a:defRPr>
            </a:lvl3pPr>
            <a:lvl4pPr indent="-320040" lvl="3" marL="1828800" marR="0" rtl="0" algn="l">
              <a:spcBef>
                <a:spcPts val="15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4pPr>
            <a:lvl5pPr indent="-320040" lvl="4" marL="2286000" marR="0" rtl="0" algn="l">
              <a:spcBef>
                <a:spcPts val="15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5pPr>
            <a:lvl6pPr indent="-320040" lvl="5" marL="2743200" marR="0" rtl="0" algn="l">
              <a:spcBef>
                <a:spcPts val="15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6pPr>
            <a:lvl7pPr indent="-320040" lvl="6" marL="3200400" marR="0" rtl="0" algn="l">
              <a:spcBef>
                <a:spcPts val="15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7pPr>
            <a:lvl8pPr indent="-320040" lvl="7" marL="3657600" marR="0" rtl="0" algn="l">
              <a:spcBef>
                <a:spcPts val="15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8pPr>
            <a:lvl9pPr indent="-320040" lvl="8" marL="4114800" marR="0" rtl="0" algn="l">
              <a:spcBef>
                <a:spcPts val="15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9pPr>
          </a:lstStyle>
          <a:p/>
        </p:txBody>
      </p:sp>
      <p:sp>
        <p:nvSpPr>
          <p:cNvPr id="19" name="Google Shape;19;p40"/>
          <p:cNvSpPr txBox="1"/>
          <p:nvPr>
            <p:ph idx="10" type="dt"/>
          </p:nvPr>
        </p:nvSpPr>
        <p:spPr>
          <a:xfrm>
            <a:off x="10807700" y="9062044"/>
            <a:ext cx="1367909" cy="54768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35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0" name="Google Shape;20;p40"/>
          <p:cNvSpPr txBox="1"/>
          <p:nvPr>
            <p:ph idx="11" type="ftr"/>
          </p:nvPr>
        </p:nvSpPr>
        <p:spPr>
          <a:xfrm>
            <a:off x="1016001" y="9062044"/>
            <a:ext cx="9446418" cy="547688"/>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35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1" name="Google Shape;21;p40"/>
          <p:cNvSpPr txBox="1"/>
          <p:nvPr>
            <p:ph idx="12" type="sldNum"/>
          </p:nvPr>
        </p:nvSpPr>
        <p:spPr>
          <a:xfrm>
            <a:off x="12885995" y="9062044"/>
            <a:ext cx="1025009" cy="54768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chemeClr val="accent1"/>
              </a:buClr>
              <a:buSzPts val="1350"/>
              <a:buFont typeface="Trebuchet MS"/>
              <a:buNone/>
              <a:defRPr b="0" i="0" sz="1350" u="none" cap="none" strike="noStrike">
                <a:solidFill>
                  <a:schemeClr val="accent1"/>
                </a:solidFill>
                <a:latin typeface="Trebuchet MS"/>
                <a:ea typeface="Trebuchet MS"/>
                <a:cs typeface="Trebuchet MS"/>
                <a:sym typeface="Trebuchet MS"/>
              </a:defRPr>
            </a:lvl1pPr>
            <a:lvl2pPr indent="0" lvl="1" marL="0" marR="0" rtl="0" algn="r">
              <a:spcBef>
                <a:spcPts val="0"/>
              </a:spcBef>
              <a:spcAft>
                <a:spcPts val="0"/>
              </a:spcAft>
              <a:buClr>
                <a:schemeClr val="accent1"/>
              </a:buClr>
              <a:buSzPts val="1350"/>
              <a:buFont typeface="Trebuchet MS"/>
              <a:buNone/>
              <a:defRPr b="0" i="0" sz="1350" u="none" cap="none" strike="noStrike">
                <a:solidFill>
                  <a:schemeClr val="accent1"/>
                </a:solidFill>
                <a:latin typeface="Trebuchet MS"/>
                <a:ea typeface="Trebuchet MS"/>
                <a:cs typeface="Trebuchet MS"/>
                <a:sym typeface="Trebuchet MS"/>
              </a:defRPr>
            </a:lvl2pPr>
            <a:lvl3pPr indent="0" lvl="2" marL="0" marR="0" rtl="0" algn="r">
              <a:spcBef>
                <a:spcPts val="0"/>
              </a:spcBef>
              <a:spcAft>
                <a:spcPts val="0"/>
              </a:spcAft>
              <a:buClr>
                <a:schemeClr val="accent1"/>
              </a:buClr>
              <a:buSzPts val="1350"/>
              <a:buFont typeface="Trebuchet MS"/>
              <a:buNone/>
              <a:defRPr b="0" i="0" sz="1350" u="none" cap="none" strike="noStrike">
                <a:solidFill>
                  <a:schemeClr val="accent1"/>
                </a:solidFill>
                <a:latin typeface="Trebuchet MS"/>
                <a:ea typeface="Trebuchet MS"/>
                <a:cs typeface="Trebuchet MS"/>
                <a:sym typeface="Trebuchet MS"/>
              </a:defRPr>
            </a:lvl3pPr>
            <a:lvl4pPr indent="0" lvl="3" marL="0" marR="0" rtl="0" algn="r">
              <a:spcBef>
                <a:spcPts val="0"/>
              </a:spcBef>
              <a:spcAft>
                <a:spcPts val="0"/>
              </a:spcAft>
              <a:buClr>
                <a:schemeClr val="accent1"/>
              </a:buClr>
              <a:buSzPts val="1350"/>
              <a:buFont typeface="Trebuchet MS"/>
              <a:buNone/>
              <a:defRPr b="0" i="0" sz="1350" u="none" cap="none" strike="noStrike">
                <a:solidFill>
                  <a:schemeClr val="accent1"/>
                </a:solidFill>
                <a:latin typeface="Trebuchet MS"/>
                <a:ea typeface="Trebuchet MS"/>
                <a:cs typeface="Trebuchet MS"/>
                <a:sym typeface="Trebuchet MS"/>
              </a:defRPr>
            </a:lvl4pPr>
            <a:lvl5pPr indent="0" lvl="4" marL="0" marR="0" rtl="0" algn="r">
              <a:spcBef>
                <a:spcPts val="0"/>
              </a:spcBef>
              <a:spcAft>
                <a:spcPts val="0"/>
              </a:spcAft>
              <a:buClr>
                <a:schemeClr val="accent1"/>
              </a:buClr>
              <a:buSzPts val="1350"/>
              <a:buFont typeface="Trebuchet MS"/>
              <a:buNone/>
              <a:defRPr b="0" i="0" sz="1350" u="none" cap="none" strike="noStrike">
                <a:solidFill>
                  <a:schemeClr val="accent1"/>
                </a:solidFill>
                <a:latin typeface="Trebuchet MS"/>
                <a:ea typeface="Trebuchet MS"/>
                <a:cs typeface="Trebuchet MS"/>
                <a:sym typeface="Trebuchet MS"/>
              </a:defRPr>
            </a:lvl5pPr>
            <a:lvl6pPr indent="0" lvl="5" marL="0" marR="0" rtl="0" algn="r">
              <a:spcBef>
                <a:spcPts val="0"/>
              </a:spcBef>
              <a:spcAft>
                <a:spcPts val="0"/>
              </a:spcAft>
              <a:buClr>
                <a:schemeClr val="accent1"/>
              </a:buClr>
              <a:buSzPts val="1350"/>
              <a:buFont typeface="Trebuchet MS"/>
              <a:buNone/>
              <a:defRPr b="0" i="0" sz="1350" u="none" cap="none" strike="noStrike">
                <a:solidFill>
                  <a:schemeClr val="accent1"/>
                </a:solidFill>
                <a:latin typeface="Trebuchet MS"/>
                <a:ea typeface="Trebuchet MS"/>
                <a:cs typeface="Trebuchet MS"/>
                <a:sym typeface="Trebuchet MS"/>
              </a:defRPr>
            </a:lvl6pPr>
            <a:lvl7pPr indent="0" lvl="6" marL="0" marR="0" rtl="0" algn="r">
              <a:spcBef>
                <a:spcPts val="0"/>
              </a:spcBef>
              <a:spcAft>
                <a:spcPts val="0"/>
              </a:spcAft>
              <a:buClr>
                <a:schemeClr val="accent1"/>
              </a:buClr>
              <a:buSzPts val="1350"/>
              <a:buFont typeface="Trebuchet MS"/>
              <a:buNone/>
              <a:defRPr b="0" i="0" sz="1350" u="none" cap="none" strike="noStrike">
                <a:solidFill>
                  <a:schemeClr val="accent1"/>
                </a:solidFill>
                <a:latin typeface="Trebuchet MS"/>
                <a:ea typeface="Trebuchet MS"/>
                <a:cs typeface="Trebuchet MS"/>
                <a:sym typeface="Trebuchet MS"/>
              </a:defRPr>
            </a:lvl7pPr>
            <a:lvl8pPr indent="0" lvl="7" marL="0" marR="0" rtl="0" algn="r">
              <a:spcBef>
                <a:spcPts val="0"/>
              </a:spcBef>
              <a:spcAft>
                <a:spcPts val="0"/>
              </a:spcAft>
              <a:buClr>
                <a:schemeClr val="accent1"/>
              </a:buClr>
              <a:buSzPts val="1350"/>
              <a:buFont typeface="Trebuchet MS"/>
              <a:buNone/>
              <a:defRPr b="0" i="0" sz="1350" u="none" cap="none" strike="noStrike">
                <a:solidFill>
                  <a:schemeClr val="accent1"/>
                </a:solidFill>
                <a:latin typeface="Trebuchet MS"/>
                <a:ea typeface="Trebuchet MS"/>
                <a:cs typeface="Trebuchet MS"/>
                <a:sym typeface="Trebuchet MS"/>
              </a:defRPr>
            </a:lvl8pPr>
            <a:lvl9pPr indent="0" lvl="8" marL="0" marR="0" rtl="0" algn="r">
              <a:spcBef>
                <a:spcPts val="0"/>
              </a:spcBef>
              <a:spcAft>
                <a:spcPts val="0"/>
              </a:spcAft>
              <a:buClr>
                <a:schemeClr val="accent1"/>
              </a:buClr>
              <a:buSzPts val="1350"/>
              <a:buFont typeface="Trebuchet MS"/>
              <a:buNone/>
              <a:defRPr b="0" i="0" sz="135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17.png"/><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7.png"/><Relationship Id="rId5"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39"/>
          <p:cNvPicPr preferRelativeResize="0"/>
          <p:nvPr/>
        </p:nvPicPr>
        <p:blipFill rotWithShape="1">
          <a:blip r:embed="rId3">
            <a:alphaModFix amt="62000"/>
          </a:blip>
          <a:srcRect b="0" l="0" r="0" t="0"/>
          <a:stretch/>
        </p:blipFill>
        <p:spPr>
          <a:xfrm>
            <a:off x="16903" y="1"/>
            <a:ext cx="18254198" cy="10287002"/>
          </a:xfrm>
          <a:prstGeom prst="rect">
            <a:avLst/>
          </a:prstGeom>
          <a:noFill/>
          <a:ln>
            <a:noFill/>
          </a:ln>
        </p:spPr>
      </p:pic>
      <p:graphicFrame>
        <p:nvGraphicFramePr>
          <p:cNvPr id="148" name="Google Shape;148;p39"/>
          <p:cNvGraphicFramePr/>
          <p:nvPr/>
        </p:nvGraphicFramePr>
        <p:xfrm>
          <a:off x="10656401" y="1940051"/>
          <a:ext cx="3000000" cy="3000000"/>
        </p:xfrm>
        <a:graphic>
          <a:graphicData uri="http://schemas.openxmlformats.org/drawingml/2006/table">
            <a:tbl>
              <a:tblPr>
                <a:noFill/>
                <a:tableStyleId>{4D20A573-6A8E-4846-95E5-3FF587854B25}</a:tableStyleId>
              </a:tblPr>
              <a:tblGrid>
                <a:gridCol w="3036400"/>
                <a:gridCol w="4344750"/>
              </a:tblGrid>
              <a:tr h="800050">
                <a:tc>
                  <a:txBody>
                    <a:bodyPr/>
                    <a:lstStyle/>
                    <a:p>
                      <a:pPr indent="0" lvl="0" marL="0" marR="0" rtl="0" algn="l">
                        <a:lnSpc>
                          <a:spcPct val="100000"/>
                        </a:lnSpc>
                        <a:spcBef>
                          <a:spcPts val="0"/>
                        </a:spcBef>
                        <a:spcAft>
                          <a:spcPts val="0"/>
                        </a:spcAft>
                        <a:buClr>
                          <a:srgbClr val="000000"/>
                        </a:buClr>
                        <a:buSzPts val="2800"/>
                        <a:buFont typeface="Arial"/>
                        <a:buNone/>
                      </a:pPr>
                      <a:r>
                        <a:rPr b="1" lang="en-US" sz="2900" u="none" cap="none" strike="noStrike">
                          <a:solidFill>
                            <a:schemeClr val="dk1"/>
                          </a:solidFill>
                          <a:latin typeface="Montserrat"/>
                          <a:ea typeface="Montserrat"/>
                          <a:cs typeface="Montserrat"/>
                          <a:sym typeface="Montserrat"/>
                        </a:rPr>
                        <a:t>Fecha:</a:t>
                      </a:r>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b="1" lang="en-US" sz="2900">
                          <a:latin typeface="Montserrat"/>
                          <a:ea typeface="Montserrat"/>
                          <a:cs typeface="Montserrat"/>
                          <a:sym typeface="Montserrat"/>
                        </a:rPr>
                        <a:t>XXXXXXXXXXXX</a:t>
                      </a:r>
                      <a:endParaRPr/>
                    </a:p>
                  </a:txBody>
                  <a:tcPr marT="182850" marB="182850" marR="182850" marL="182850"/>
                </a:tc>
              </a:tr>
              <a:tr h="1234375">
                <a:tc>
                  <a:txBody>
                    <a:bodyPr/>
                    <a:lstStyle/>
                    <a:p>
                      <a:pPr indent="0" lvl="0" marL="0" marR="0" rtl="0" algn="l">
                        <a:lnSpc>
                          <a:spcPct val="100000"/>
                        </a:lnSpc>
                        <a:spcBef>
                          <a:spcPts val="0"/>
                        </a:spcBef>
                        <a:spcAft>
                          <a:spcPts val="0"/>
                        </a:spcAft>
                        <a:buClr>
                          <a:srgbClr val="000000"/>
                        </a:buClr>
                        <a:buSzPts val="2800"/>
                        <a:buFont typeface="Arial"/>
                        <a:buNone/>
                      </a:pPr>
                      <a:r>
                        <a:rPr b="1" lang="en-US" sz="2900" u="none" cap="none" strike="noStrike">
                          <a:solidFill>
                            <a:schemeClr val="dk1"/>
                          </a:solidFill>
                          <a:latin typeface="Montserrat"/>
                          <a:ea typeface="Montserrat"/>
                          <a:cs typeface="Montserrat"/>
                          <a:sym typeface="Montserrat"/>
                        </a:rPr>
                        <a:t>Hora de inicio:</a:t>
                      </a:r>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b="1" lang="en-US" sz="2900" u="none" cap="none" strike="noStrike">
                          <a:latin typeface="Montserrat"/>
                          <a:ea typeface="Montserrat"/>
                          <a:cs typeface="Montserrat"/>
                          <a:sym typeface="Montserrat"/>
                        </a:rPr>
                        <a:t>09:00 - 10:40</a:t>
                      </a:r>
                      <a:endParaRPr b="1" sz="2900" u="none" cap="none" strike="noStrike">
                        <a:latin typeface="Montserrat"/>
                        <a:ea typeface="Montserrat"/>
                        <a:cs typeface="Montserrat"/>
                        <a:sym typeface="Montserrat"/>
                      </a:endParaRPr>
                    </a:p>
                  </a:txBody>
                  <a:tcPr marT="182850" marB="182850" marR="182850" marL="182850"/>
                </a:tc>
              </a:tr>
            </a:tbl>
          </a:graphicData>
        </a:graphic>
      </p:graphicFrame>
      <p:sp>
        <p:nvSpPr>
          <p:cNvPr id="149" name="Google Shape;149;p39"/>
          <p:cNvSpPr txBox="1"/>
          <p:nvPr/>
        </p:nvSpPr>
        <p:spPr>
          <a:xfrm>
            <a:off x="2064774" y="4766996"/>
            <a:ext cx="14910600" cy="1908900"/>
          </a:xfrm>
          <a:prstGeom prst="rect">
            <a:avLst/>
          </a:prstGeom>
          <a:noFill/>
          <a:ln>
            <a:noFill/>
          </a:ln>
        </p:spPr>
        <p:txBody>
          <a:bodyPr anchorCtr="0" anchor="t" bIns="182850" lIns="182850" spcFirstLastPara="1" rIns="182850" wrap="square" tIns="182850">
            <a:spAutoFit/>
          </a:bodyPr>
          <a:lstStyle/>
          <a:p>
            <a:pPr indent="0" lvl="0" marL="0" marR="0" rtl="0" algn="ctr">
              <a:spcBef>
                <a:spcPts val="0"/>
              </a:spcBef>
              <a:spcAft>
                <a:spcPts val="0"/>
              </a:spcAft>
              <a:buNone/>
            </a:pPr>
            <a:r>
              <a:rPr b="1" i="0" lang="en-US" sz="5001" u="none" cap="none" strike="noStrike">
                <a:solidFill>
                  <a:schemeClr val="dk1"/>
                </a:solidFill>
                <a:latin typeface="Montserrat"/>
                <a:ea typeface="Montserrat"/>
                <a:cs typeface="Montserrat"/>
                <a:sym typeface="Montserrat"/>
              </a:rPr>
              <a:t>Lenguajes Formales y De Programación </a:t>
            </a:r>
            <a:r>
              <a:rPr b="1" lang="en-US" sz="5001">
                <a:solidFill>
                  <a:schemeClr val="dk1"/>
                </a:solidFill>
                <a:latin typeface="Montserrat"/>
                <a:ea typeface="Montserrat"/>
                <a:cs typeface="Montserrat"/>
                <a:sym typeface="Montserrat"/>
              </a:rPr>
              <a:t>XXXXXXXX XX</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155" name="Google Shape;155;p1"/>
          <p:cNvSpPr txBox="1"/>
          <p:nvPr/>
        </p:nvSpPr>
        <p:spPr>
          <a:xfrm>
            <a:off x="1028700" y="6899275"/>
            <a:ext cx="12637001" cy="86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131416"/>
              </a:buClr>
              <a:buSzPts val="5000"/>
              <a:buFont typeface="Open Sans"/>
              <a:buNone/>
            </a:pPr>
            <a:r>
              <a:rPr b="1" i="0" lang="en-US" sz="5000" u="none" cap="none" strike="noStrike">
                <a:solidFill>
                  <a:srgbClr val="131416"/>
                </a:solidFill>
                <a:latin typeface="Open Sans"/>
                <a:ea typeface="Open Sans"/>
                <a:cs typeface="Open Sans"/>
                <a:sym typeface="Open Sans"/>
              </a:rPr>
              <a:t>Lenguajes Formales y de Programación</a:t>
            </a:r>
            <a:endParaRPr sz="1800">
              <a:solidFill>
                <a:schemeClr val="dk1"/>
              </a:solidFill>
              <a:latin typeface="Trebuchet MS"/>
              <a:ea typeface="Trebuchet MS"/>
              <a:cs typeface="Trebuchet MS"/>
              <a:sym typeface="Trebuchet MS"/>
            </a:endParaRPr>
          </a:p>
        </p:txBody>
      </p:sp>
      <p:sp>
        <p:nvSpPr>
          <p:cNvPr id="156" name="Google Shape;156;p1"/>
          <p:cNvSpPr txBox="1"/>
          <p:nvPr/>
        </p:nvSpPr>
        <p:spPr>
          <a:xfrm>
            <a:off x="5427406" y="4274503"/>
            <a:ext cx="6656445" cy="1982081"/>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131416"/>
              </a:buClr>
              <a:buSzPts val="9200"/>
              <a:buFont typeface="Open Sans"/>
              <a:buNone/>
            </a:pPr>
            <a:r>
              <a:rPr b="1" i="0" lang="en-US" sz="9200" u="none" cap="none" strike="noStrike">
                <a:solidFill>
                  <a:srgbClr val="131416"/>
                </a:solidFill>
                <a:latin typeface="Open Sans"/>
                <a:ea typeface="Open Sans"/>
                <a:cs typeface="Open Sans"/>
                <a:sym typeface="Open Sans"/>
              </a:rPr>
              <a:t>Lenguajes</a:t>
            </a:r>
            <a:endParaRPr sz="1800">
              <a:solidFill>
                <a:schemeClr val="dk1"/>
              </a:solidFill>
              <a:latin typeface="Trebuchet MS"/>
              <a:ea typeface="Trebuchet MS"/>
              <a:cs typeface="Trebuchet MS"/>
              <a:sym typeface="Trebuchet MS"/>
            </a:endParaRPr>
          </a:p>
        </p:txBody>
      </p:sp>
      <p:sp>
        <p:nvSpPr>
          <p:cNvPr id="157" name="Google Shape;157;p1"/>
          <p:cNvSpPr txBox="1"/>
          <p:nvPr/>
        </p:nvSpPr>
        <p:spPr>
          <a:xfrm>
            <a:off x="1028700" y="8086725"/>
            <a:ext cx="9319200" cy="384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131416"/>
              </a:buClr>
              <a:buSzPts val="2499"/>
              <a:buFont typeface="Open Sans"/>
              <a:buNone/>
            </a:pPr>
            <a:r>
              <a:rPr b="1" i="0" lang="en-US" sz="2499" u="none" cap="none" strike="noStrike">
                <a:solidFill>
                  <a:srgbClr val="131416"/>
                </a:solidFill>
                <a:latin typeface="Open Sans"/>
                <a:ea typeface="Open Sans"/>
                <a:cs typeface="Open Sans"/>
                <a:sym typeface="Open Sans"/>
              </a:rPr>
              <a:t>Escuela de Ingenier</a:t>
            </a:r>
            <a:r>
              <a:rPr b="1" lang="en-US" sz="2499">
                <a:solidFill>
                  <a:srgbClr val="131416"/>
                </a:solidFill>
                <a:latin typeface="Open Sans"/>
                <a:ea typeface="Open Sans"/>
                <a:cs typeface="Open Sans"/>
                <a:sym typeface="Open Sans"/>
              </a:rPr>
              <a:t>í</a:t>
            </a:r>
            <a:r>
              <a:rPr b="1" i="0" lang="en-US" sz="2499" u="none" cap="none" strike="noStrike">
                <a:solidFill>
                  <a:srgbClr val="131416"/>
                </a:solidFill>
                <a:latin typeface="Open Sans"/>
                <a:ea typeface="Open Sans"/>
                <a:cs typeface="Open Sans"/>
                <a:sym typeface="Open Sans"/>
              </a:rPr>
              <a:t>a de Ciencias Y Sistemas</a:t>
            </a:r>
            <a:endParaRPr sz="1800">
              <a:solidFill>
                <a:schemeClr val="dk1"/>
              </a:solidFill>
              <a:latin typeface="Trebuchet MS"/>
              <a:ea typeface="Trebuchet MS"/>
              <a:cs typeface="Trebuchet MS"/>
              <a:sym typeface="Trebuchet MS"/>
            </a:endParaRPr>
          </a:p>
        </p:txBody>
      </p:sp>
      <p:sp>
        <p:nvSpPr>
          <p:cNvPr id="158" name="Google Shape;158;p1"/>
          <p:cNvSpPr txBox="1"/>
          <p:nvPr/>
        </p:nvSpPr>
        <p:spPr>
          <a:xfrm>
            <a:off x="1028700" y="8461375"/>
            <a:ext cx="7397400" cy="384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131416"/>
              </a:buClr>
              <a:buSzPts val="2499"/>
              <a:buFont typeface="Open Sans"/>
              <a:buNone/>
            </a:pPr>
            <a:r>
              <a:rPr b="1" i="0" lang="en-US" sz="2499" u="none" cap="none" strike="noStrike">
                <a:solidFill>
                  <a:srgbClr val="131416"/>
                </a:solidFill>
                <a:latin typeface="Open Sans"/>
                <a:ea typeface="Open Sans"/>
                <a:cs typeface="Open Sans"/>
                <a:sym typeface="Open Sans"/>
              </a:rPr>
              <a:t>Facultad de Ingenier</a:t>
            </a:r>
            <a:r>
              <a:rPr b="1" lang="en-US" sz="2499">
                <a:solidFill>
                  <a:srgbClr val="131416"/>
                </a:solidFill>
                <a:latin typeface="Open Sans"/>
                <a:ea typeface="Open Sans"/>
                <a:cs typeface="Open Sans"/>
                <a:sym typeface="Open Sans"/>
              </a:rPr>
              <a:t>í</a:t>
            </a:r>
            <a:r>
              <a:rPr b="1" i="0" lang="en-US" sz="2499" u="none" cap="none" strike="noStrike">
                <a:solidFill>
                  <a:srgbClr val="131416"/>
                </a:solidFill>
                <a:latin typeface="Open Sans"/>
                <a:ea typeface="Open Sans"/>
                <a:cs typeface="Open Sans"/>
                <a:sym typeface="Open Sans"/>
              </a:rPr>
              <a:t>a</a:t>
            </a:r>
            <a:endParaRPr sz="1800">
              <a:solidFill>
                <a:schemeClr val="dk1"/>
              </a:solidFill>
              <a:latin typeface="Trebuchet MS"/>
              <a:ea typeface="Trebuchet MS"/>
              <a:cs typeface="Trebuchet MS"/>
              <a:sym typeface="Trebuchet MS"/>
            </a:endParaRPr>
          </a:p>
        </p:txBody>
      </p:sp>
      <p:sp>
        <p:nvSpPr>
          <p:cNvPr id="159" name="Google Shape;159;p1"/>
          <p:cNvSpPr txBox="1"/>
          <p:nvPr/>
        </p:nvSpPr>
        <p:spPr>
          <a:xfrm>
            <a:off x="1028700" y="8836025"/>
            <a:ext cx="8888400" cy="384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131416"/>
              </a:buClr>
              <a:buSzPts val="2499"/>
              <a:buFont typeface="Open Sans"/>
              <a:buNone/>
            </a:pPr>
            <a:r>
              <a:rPr b="1" i="0" lang="en-US" sz="2499" u="none" cap="none" strike="noStrike">
                <a:solidFill>
                  <a:srgbClr val="131416"/>
                </a:solidFill>
                <a:latin typeface="Open Sans"/>
                <a:ea typeface="Open Sans"/>
                <a:cs typeface="Open Sans"/>
                <a:sym typeface="Open Sans"/>
              </a:rPr>
              <a:t>Universidad de San Carlos de Guatemala</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grpSp>
        <p:nvGrpSpPr>
          <p:cNvPr id="164" name="Google Shape;164;p2"/>
          <p:cNvGrpSpPr/>
          <p:nvPr/>
        </p:nvGrpSpPr>
        <p:grpSpPr>
          <a:xfrm>
            <a:off x="1482058" y="2828077"/>
            <a:ext cx="4115190" cy="1869776"/>
            <a:chOff x="0" y="-158713"/>
            <a:chExt cx="1083836" cy="492451"/>
          </a:xfrm>
        </p:grpSpPr>
        <p:sp>
          <p:nvSpPr>
            <p:cNvPr id="165" name="Google Shape;165;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166" name="Google Shape;166;p2"/>
            <p:cNvSpPr txBox="1"/>
            <p:nvPr/>
          </p:nvSpPr>
          <p:spPr>
            <a:xfrm>
              <a:off x="35763" y="-158713"/>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sz="1800">
                <a:solidFill>
                  <a:schemeClr val="dk1"/>
                </a:solidFill>
                <a:latin typeface="Trebuchet MS"/>
                <a:ea typeface="Trebuchet MS"/>
                <a:cs typeface="Trebuchet MS"/>
                <a:sym typeface="Trebuchet MS"/>
              </a:endParaRPr>
            </a:p>
          </p:txBody>
        </p:sp>
      </p:grpSp>
      <p:sp>
        <p:nvSpPr>
          <p:cNvPr id="167" name="Google Shape;167;p2"/>
          <p:cNvSpPr/>
          <p:nvPr/>
        </p:nvSpPr>
        <p:spPr>
          <a:xfrm>
            <a:off x="728166" y="3091501"/>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168" name="Google Shape;168;p2"/>
          <p:cNvSpPr/>
          <p:nvPr/>
        </p:nvSpPr>
        <p:spPr>
          <a:xfrm>
            <a:off x="11739805" y="5032666"/>
            <a:ext cx="5353646" cy="1267162"/>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169" name="Google Shape;169;p2"/>
          <p:cNvSpPr/>
          <p:nvPr/>
        </p:nvSpPr>
        <p:spPr>
          <a:xfrm>
            <a:off x="651754" y="5032666"/>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170" name="Google Shape;170;p2"/>
          <p:cNvSpPr/>
          <p:nvPr/>
        </p:nvSpPr>
        <p:spPr>
          <a:xfrm>
            <a:off x="651754" y="5716618"/>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171" name="Google Shape;171;p2"/>
          <p:cNvSpPr/>
          <p:nvPr/>
        </p:nvSpPr>
        <p:spPr>
          <a:xfrm>
            <a:off x="651754" y="6400062"/>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172" name="Google Shape;172;p2"/>
          <p:cNvSpPr/>
          <p:nvPr/>
        </p:nvSpPr>
        <p:spPr>
          <a:xfrm>
            <a:off x="651754" y="7083506"/>
            <a:ext cx="453358" cy="550094"/>
          </a:xfrm>
          <a:custGeom>
            <a:rect b="b" l="l" r="r" t="t"/>
            <a:pathLst>
              <a:path extrusionOk="0" h="550094" w="453358">
                <a:moveTo>
                  <a:pt x="0" y="0"/>
                </a:moveTo>
                <a:lnTo>
                  <a:pt x="453358" y="0"/>
                </a:lnTo>
                <a:lnTo>
                  <a:pt x="453358" y="550095"/>
                </a:lnTo>
                <a:lnTo>
                  <a:pt x="0" y="550095"/>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173" name="Google Shape;173;p2"/>
          <p:cNvSpPr/>
          <p:nvPr/>
        </p:nvSpPr>
        <p:spPr>
          <a:xfrm>
            <a:off x="651754" y="7766951"/>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174" name="Google Shape;174;p2"/>
          <p:cNvSpPr txBox="1"/>
          <p:nvPr/>
        </p:nvSpPr>
        <p:spPr>
          <a:xfrm>
            <a:off x="1488748" y="5045515"/>
            <a:ext cx="8390471" cy="58904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152540"/>
              </a:buClr>
              <a:buSzPts val="3434"/>
              <a:buFont typeface="Arial"/>
              <a:buNone/>
            </a:pPr>
            <a:r>
              <a:rPr b="0" i="0" lang="en-US" sz="3434" u="none" cap="none" strike="noStrike">
                <a:solidFill>
                  <a:srgbClr val="152540"/>
                </a:solidFill>
                <a:latin typeface="Arial"/>
                <a:ea typeface="Arial"/>
                <a:cs typeface="Arial"/>
                <a:sym typeface="Arial"/>
              </a:rPr>
              <a:t>Lenguaje Natural</a:t>
            </a:r>
            <a:endParaRPr sz="1800">
              <a:solidFill>
                <a:schemeClr val="dk1"/>
              </a:solidFill>
              <a:latin typeface="Trebuchet MS"/>
              <a:ea typeface="Trebuchet MS"/>
              <a:cs typeface="Trebuchet MS"/>
              <a:sym typeface="Trebuchet MS"/>
            </a:endParaRPr>
          </a:p>
        </p:txBody>
      </p:sp>
      <p:sp>
        <p:nvSpPr>
          <p:cNvPr id="175" name="Google Shape;175;p2"/>
          <p:cNvSpPr txBox="1"/>
          <p:nvPr/>
        </p:nvSpPr>
        <p:spPr>
          <a:xfrm>
            <a:off x="1488748" y="5729467"/>
            <a:ext cx="8390471" cy="58904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152540"/>
              </a:buClr>
              <a:buSzPts val="3434"/>
              <a:buFont typeface="Arial"/>
              <a:buNone/>
            </a:pPr>
            <a:r>
              <a:rPr b="0" i="0" lang="en-US" sz="3434" u="none" cap="none" strike="noStrike">
                <a:solidFill>
                  <a:srgbClr val="152540"/>
                </a:solidFill>
                <a:latin typeface="Arial"/>
                <a:ea typeface="Arial"/>
                <a:cs typeface="Arial"/>
                <a:sym typeface="Arial"/>
              </a:rPr>
              <a:t>Lenguaje Formal</a:t>
            </a:r>
            <a:endParaRPr sz="1800">
              <a:solidFill>
                <a:schemeClr val="dk1"/>
              </a:solidFill>
              <a:latin typeface="Trebuchet MS"/>
              <a:ea typeface="Trebuchet MS"/>
              <a:cs typeface="Trebuchet MS"/>
              <a:sym typeface="Trebuchet MS"/>
            </a:endParaRPr>
          </a:p>
        </p:txBody>
      </p:sp>
      <p:sp>
        <p:nvSpPr>
          <p:cNvPr id="176" name="Google Shape;176;p2"/>
          <p:cNvSpPr txBox="1"/>
          <p:nvPr/>
        </p:nvSpPr>
        <p:spPr>
          <a:xfrm>
            <a:off x="1488748" y="6413758"/>
            <a:ext cx="8390471" cy="58904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152540"/>
              </a:buClr>
              <a:buSzPts val="3434"/>
              <a:buFont typeface="Arial"/>
              <a:buNone/>
            </a:pPr>
            <a:r>
              <a:rPr b="0" i="0" lang="en-US" sz="3434" u="none" cap="none" strike="noStrike">
                <a:solidFill>
                  <a:srgbClr val="152540"/>
                </a:solidFill>
                <a:latin typeface="Arial"/>
                <a:ea typeface="Arial"/>
                <a:cs typeface="Arial"/>
                <a:sym typeface="Arial"/>
              </a:rPr>
              <a:t>Lenguajes de Programación</a:t>
            </a:r>
            <a:endParaRPr sz="1800">
              <a:solidFill>
                <a:schemeClr val="dk1"/>
              </a:solidFill>
              <a:latin typeface="Trebuchet MS"/>
              <a:ea typeface="Trebuchet MS"/>
              <a:cs typeface="Trebuchet MS"/>
              <a:sym typeface="Trebuchet MS"/>
            </a:endParaRPr>
          </a:p>
        </p:txBody>
      </p:sp>
      <p:sp>
        <p:nvSpPr>
          <p:cNvPr id="177" name="Google Shape;177;p2"/>
          <p:cNvSpPr txBox="1"/>
          <p:nvPr/>
        </p:nvSpPr>
        <p:spPr>
          <a:xfrm>
            <a:off x="1488748" y="7098048"/>
            <a:ext cx="10544673" cy="58904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152540"/>
              </a:buClr>
              <a:buSzPts val="3434"/>
              <a:buFont typeface="Arial"/>
              <a:buNone/>
            </a:pPr>
            <a:r>
              <a:rPr b="0" i="0" lang="en-US" sz="3434" u="none" cap="none" strike="noStrike">
                <a:solidFill>
                  <a:srgbClr val="152540"/>
                </a:solidFill>
                <a:latin typeface="Arial"/>
                <a:ea typeface="Arial"/>
                <a:cs typeface="Arial"/>
                <a:sym typeface="Arial"/>
              </a:rPr>
              <a:t>Evolución de los Lenguajes de Programación</a:t>
            </a:r>
            <a:endParaRPr sz="1800">
              <a:solidFill>
                <a:schemeClr val="dk1"/>
              </a:solidFill>
              <a:latin typeface="Trebuchet MS"/>
              <a:ea typeface="Trebuchet MS"/>
              <a:cs typeface="Trebuchet MS"/>
              <a:sym typeface="Trebuchet MS"/>
            </a:endParaRPr>
          </a:p>
        </p:txBody>
      </p:sp>
      <p:sp>
        <p:nvSpPr>
          <p:cNvPr id="178" name="Google Shape;178;p2"/>
          <p:cNvSpPr txBox="1"/>
          <p:nvPr/>
        </p:nvSpPr>
        <p:spPr>
          <a:xfrm>
            <a:off x="1488748" y="7782338"/>
            <a:ext cx="8390471" cy="58904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152540"/>
              </a:buClr>
              <a:buSzPts val="3434"/>
              <a:buFont typeface="Arial"/>
              <a:buNone/>
            </a:pPr>
            <a:r>
              <a:rPr b="0" i="0" lang="en-US" sz="3434" u="none" cap="none" strike="noStrike">
                <a:solidFill>
                  <a:srgbClr val="152540"/>
                </a:solidFill>
                <a:latin typeface="Arial"/>
                <a:ea typeface="Arial"/>
                <a:cs typeface="Arial"/>
                <a:sym typeface="Arial"/>
              </a:rPr>
              <a:t>Paradigmas</a:t>
            </a:r>
            <a:endParaRPr sz="1800">
              <a:solidFill>
                <a:schemeClr val="dk1"/>
              </a:solidFill>
              <a:latin typeface="Trebuchet MS"/>
              <a:ea typeface="Trebuchet MS"/>
              <a:cs typeface="Trebuchet MS"/>
              <a:sym typeface="Trebuchet MS"/>
            </a:endParaRPr>
          </a:p>
        </p:txBody>
      </p:sp>
      <p:sp>
        <p:nvSpPr>
          <p:cNvPr id="179" name="Google Shape;179;p2"/>
          <p:cNvSpPr txBox="1"/>
          <p:nvPr/>
        </p:nvSpPr>
        <p:spPr>
          <a:xfrm>
            <a:off x="1488748" y="8465782"/>
            <a:ext cx="11556332" cy="58904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152540"/>
              </a:buClr>
              <a:buSzPts val="3434"/>
              <a:buFont typeface="Arial"/>
              <a:buNone/>
            </a:pPr>
            <a:r>
              <a:rPr b="0" i="0" lang="en-US" sz="3434" u="none" cap="none" strike="noStrike">
                <a:solidFill>
                  <a:srgbClr val="152540"/>
                </a:solidFill>
                <a:latin typeface="Arial"/>
                <a:ea typeface="Arial"/>
                <a:cs typeface="Arial"/>
                <a:sym typeface="Arial"/>
              </a:rPr>
              <a:t>Generaciones de los Lenguajes de Programación</a:t>
            </a:r>
            <a:endParaRPr sz="1800">
              <a:solidFill>
                <a:schemeClr val="dk1"/>
              </a:solidFill>
              <a:latin typeface="Trebuchet MS"/>
              <a:ea typeface="Trebuchet MS"/>
              <a:cs typeface="Trebuchet MS"/>
              <a:sym typeface="Trebuchet MS"/>
            </a:endParaRPr>
          </a:p>
        </p:txBody>
      </p:sp>
      <p:sp>
        <p:nvSpPr>
          <p:cNvPr id="180" name="Google Shape;180;p2"/>
          <p:cNvSpPr/>
          <p:nvPr/>
        </p:nvSpPr>
        <p:spPr>
          <a:xfrm>
            <a:off x="651754" y="8450395"/>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181" name="Google Shape;181;p2"/>
          <p:cNvSpPr txBox="1"/>
          <p:nvPr/>
        </p:nvSpPr>
        <p:spPr>
          <a:xfrm>
            <a:off x="651749" y="490900"/>
            <a:ext cx="77103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Pacifico"/>
              <a:ea typeface="Pacifico"/>
              <a:cs typeface="Pacifico"/>
              <a:sym typeface="Pacifico"/>
            </a:endParaRPr>
          </a:p>
        </p:txBody>
      </p:sp>
      <p:sp>
        <p:nvSpPr>
          <p:cNvPr id="182" name="Google Shape;182;p2"/>
          <p:cNvSpPr txBox="1"/>
          <p:nvPr/>
        </p:nvSpPr>
        <p:spPr>
          <a:xfrm>
            <a:off x="1488748" y="4362281"/>
            <a:ext cx="8390471" cy="739883"/>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152540"/>
              </a:buClr>
              <a:buSzPts val="3434"/>
              <a:buFont typeface="Arial"/>
              <a:buNone/>
            </a:pPr>
            <a:r>
              <a:rPr b="0" i="0" lang="en-US" sz="3434" u="none" cap="none" strike="noStrike">
                <a:solidFill>
                  <a:srgbClr val="152540"/>
                </a:solidFill>
                <a:latin typeface="Arial"/>
                <a:ea typeface="Arial"/>
                <a:cs typeface="Arial"/>
                <a:sym typeface="Arial"/>
              </a:rPr>
              <a:t>Lectura del enunciado</a:t>
            </a:r>
            <a:endParaRPr sz="1800">
              <a:solidFill>
                <a:schemeClr val="dk1"/>
              </a:solidFill>
              <a:latin typeface="Trebuchet MS"/>
              <a:ea typeface="Trebuchet MS"/>
              <a:cs typeface="Trebuchet MS"/>
              <a:sym typeface="Trebuchet MS"/>
            </a:endParaRPr>
          </a:p>
        </p:txBody>
      </p:sp>
      <p:sp>
        <p:nvSpPr>
          <p:cNvPr id="183" name="Google Shape;183;p2"/>
          <p:cNvSpPr/>
          <p:nvPr/>
        </p:nvSpPr>
        <p:spPr>
          <a:xfrm>
            <a:off x="651749" y="4384561"/>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
          <p:cNvSpPr txBox="1"/>
          <p:nvPr/>
        </p:nvSpPr>
        <p:spPr>
          <a:xfrm>
            <a:off x="1028700" y="1009650"/>
            <a:ext cx="16230600" cy="1806812"/>
          </a:xfrm>
          <a:prstGeom prst="rect">
            <a:avLst/>
          </a:prstGeom>
          <a:noFill/>
          <a:ln>
            <a:noFill/>
          </a:ln>
        </p:spPr>
        <p:txBody>
          <a:bodyPr anchorCtr="0" anchor="t" bIns="0" lIns="0" spcFirstLastPara="1" rIns="0" wrap="square" tIns="0">
            <a:spAutoFit/>
          </a:bodyPr>
          <a:lstStyle/>
          <a:p>
            <a:pPr indent="0" lvl="0" marL="0" marR="0" rtl="0" algn="l">
              <a:lnSpc>
                <a:spcPct val="112987"/>
              </a:lnSpc>
              <a:spcBef>
                <a:spcPts val="0"/>
              </a:spcBef>
              <a:spcAft>
                <a:spcPts val="0"/>
              </a:spcAft>
              <a:buClr>
                <a:srgbClr val="131416"/>
              </a:buClr>
              <a:buSzPts val="6098"/>
              <a:buFont typeface="Arial"/>
              <a:buNone/>
            </a:pPr>
            <a:r>
              <a:rPr b="0" i="0" lang="en-US" sz="6098" u="none" cap="none" strike="noStrike">
                <a:solidFill>
                  <a:srgbClr val="131416"/>
                </a:solidFill>
                <a:latin typeface="Arial"/>
                <a:ea typeface="Arial"/>
                <a:cs typeface="Arial"/>
                <a:sym typeface="Arial"/>
              </a:rPr>
              <a:t>COMPETENCIA QUE DESARROLLAREMOS</a:t>
            </a:r>
            <a:endParaRPr sz="1800">
              <a:solidFill>
                <a:schemeClr val="dk1"/>
              </a:solidFill>
              <a:latin typeface="Trebuchet MS"/>
              <a:ea typeface="Trebuchet MS"/>
              <a:cs typeface="Trebuchet MS"/>
              <a:sym typeface="Trebuchet MS"/>
            </a:endParaRPr>
          </a:p>
        </p:txBody>
      </p:sp>
      <p:sp>
        <p:nvSpPr>
          <p:cNvPr id="189" name="Google Shape;189;p3"/>
          <p:cNvSpPr txBox="1"/>
          <p:nvPr/>
        </p:nvSpPr>
        <p:spPr>
          <a:xfrm>
            <a:off x="1028700" y="3330575"/>
            <a:ext cx="16230600" cy="4406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131416"/>
              </a:buClr>
              <a:buSzPts val="5000"/>
              <a:buFont typeface="Arial"/>
              <a:buNone/>
            </a:pPr>
            <a:r>
              <a:rPr b="0" i="0" lang="en-US" sz="5000" u="none" cap="none" strike="noStrike">
                <a:solidFill>
                  <a:srgbClr val="131416"/>
                </a:solidFill>
                <a:latin typeface="Arial"/>
                <a:ea typeface="Arial"/>
                <a:cs typeface="Arial"/>
                <a:sym typeface="Arial"/>
              </a:rPr>
              <a:t>El estudiante analiza la evolución y clasificación de los lenguajes formales y de programación mediante la comparación de sus características, estructuras y herramientas para comprender su organización y funcionamiento </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4"/>
          <p:cNvSpPr txBox="1"/>
          <p:nvPr/>
        </p:nvSpPr>
        <p:spPr>
          <a:xfrm>
            <a:off x="1904222" y="1557983"/>
            <a:ext cx="11630208" cy="9207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152540"/>
              </a:buClr>
              <a:buSzPts val="5000"/>
              <a:buFont typeface="Arial"/>
              <a:buNone/>
            </a:pPr>
            <a:r>
              <a:rPr b="0" i="0" lang="en-US" sz="5000" u="none" cap="none" strike="noStrike">
                <a:solidFill>
                  <a:srgbClr val="152540"/>
                </a:solidFill>
                <a:latin typeface="Arial"/>
                <a:ea typeface="Arial"/>
                <a:cs typeface="Arial"/>
                <a:sym typeface="Arial"/>
              </a:rPr>
              <a:t>LENGUAJE</a:t>
            </a:r>
            <a:endParaRPr sz="1800">
              <a:solidFill>
                <a:schemeClr val="dk1"/>
              </a:solidFill>
              <a:latin typeface="Trebuchet MS"/>
              <a:ea typeface="Trebuchet MS"/>
              <a:cs typeface="Trebuchet MS"/>
              <a:sym typeface="Trebuchet MS"/>
            </a:endParaRPr>
          </a:p>
        </p:txBody>
      </p:sp>
      <p:sp>
        <p:nvSpPr>
          <p:cNvPr id="195" name="Google Shape;195;p4"/>
          <p:cNvSpPr txBox="1"/>
          <p:nvPr/>
        </p:nvSpPr>
        <p:spPr>
          <a:xfrm>
            <a:off x="1904222" y="3364255"/>
            <a:ext cx="14701023" cy="543447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rgbClr val="152540"/>
              </a:buClr>
              <a:buSzPts val="2794"/>
              <a:buFont typeface="Arial"/>
              <a:buNone/>
            </a:pPr>
            <a:r>
              <a:rPr b="0" i="0" lang="en-US" sz="2794" u="none" cap="none" strike="noStrike">
                <a:solidFill>
                  <a:srgbClr val="152540"/>
                </a:solidFill>
                <a:latin typeface="Arial"/>
                <a:ea typeface="Arial"/>
                <a:cs typeface="Arial"/>
                <a:sym typeface="Arial"/>
              </a:rPr>
              <a:t>El lenguaje natural es una herramienta esencial para la comunicación humana. Nos permite compartir nuestros pensamientos, sentimientos y experiencias con otras personas. También nos permite aprender, enseñar, negociar, resolver conflictos y construir relaciones.</a:t>
            </a:r>
            <a:endParaRPr sz="1800">
              <a:solidFill>
                <a:schemeClr val="dk1"/>
              </a:solidFill>
              <a:latin typeface="Trebuchet MS"/>
              <a:ea typeface="Trebuchet MS"/>
              <a:cs typeface="Trebuchet MS"/>
              <a:sym typeface="Trebuchet MS"/>
            </a:endParaRPr>
          </a:p>
          <a:p>
            <a:pPr indent="0" lvl="0" marL="0" marR="0" rtl="0" algn="just">
              <a:lnSpc>
                <a:spcPct val="140014"/>
              </a:lnSpc>
              <a:spcBef>
                <a:spcPts val="0"/>
              </a:spcBef>
              <a:spcAft>
                <a:spcPts val="0"/>
              </a:spcAft>
              <a:buClr>
                <a:schemeClr val="dk1"/>
              </a:buClr>
              <a:buSzPts val="2794"/>
              <a:buFont typeface="Trebuchet MS"/>
              <a:buNone/>
            </a:pPr>
            <a:r>
              <a:t/>
            </a:r>
            <a:endParaRPr b="0" i="0" sz="2794" u="none" cap="none" strike="noStrike">
              <a:solidFill>
                <a:srgbClr val="152540"/>
              </a:solidFill>
              <a:latin typeface="Arial"/>
              <a:ea typeface="Arial"/>
              <a:cs typeface="Arial"/>
              <a:sym typeface="Arial"/>
            </a:endParaRPr>
          </a:p>
          <a:p>
            <a:pPr indent="-301666" lvl="1" marL="603333" marR="0" rtl="0" algn="just">
              <a:lnSpc>
                <a:spcPct val="140014"/>
              </a:lnSpc>
              <a:spcBef>
                <a:spcPts val="0"/>
              </a:spcBef>
              <a:spcAft>
                <a:spcPts val="0"/>
              </a:spcAft>
              <a:buClr>
                <a:srgbClr val="152540"/>
              </a:buClr>
              <a:buSzPts val="2794"/>
              <a:buFont typeface="Arial"/>
              <a:buChar char="•"/>
            </a:pPr>
            <a:r>
              <a:rPr b="0" i="0" lang="en-US" sz="2794" u="none" cap="none" strike="noStrike">
                <a:solidFill>
                  <a:srgbClr val="152540"/>
                </a:solidFill>
                <a:latin typeface="Arial"/>
                <a:ea typeface="Arial"/>
                <a:cs typeface="Arial"/>
                <a:sym typeface="Arial"/>
              </a:rPr>
              <a:t>Hablamos con nuestros amigos, familiares y colegas.</a:t>
            </a:r>
            <a:endParaRPr b="0" i="0" sz="1800" u="none" cap="none" strike="noStrike">
              <a:solidFill>
                <a:schemeClr val="dk1"/>
              </a:solidFill>
              <a:latin typeface="Trebuchet MS"/>
              <a:ea typeface="Trebuchet MS"/>
              <a:cs typeface="Trebuchet MS"/>
              <a:sym typeface="Trebuchet MS"/>
            </a:endParaRPr>
          </a:p>
          <a:p>
            <a:pPr indent="-301666" lvl="1" marL="603333" marR="0" rtl="0" algn="just">
              <a:lnSpc>
                <a:spcPct val="140014"/>
              </a:lnSpc>
              <a:spcBef>
                <a:spcPts val="0"/>
              </a:spcBef>
              <a:spcAft>
                <a:spcPts val="0"/>
              </a:spcAft>
              <a:buClr>
                <a:srgbClr val="152540"/>
              </a:buClr>
              <a:buSzPts val="2794"/>
              <a:buFont typeface="Arial"/>
              <a:buChar char="•"/>
            </a:pPr>
            <a:r>
              <a:rPr b="0" i="0" lang="en-US" sz="2794" u="none" cap="none" strike="noStrike">
                <a:solidFill>
                  <a:srgbClr val="152540"/>
                </a:solidFill>
                <a:latin typeface="Arial"/>
                <a:ea typeface="Arial"/>
                <a:cs typeface="Arial"/>
                <a:sym typeface="Arial"/>
              </a:rPr>
              <a:t>Escribimos cartas, correos electrónicos y mensajes de texto.</a:t>
            </a:r>
            <a:endParaRPr b="0" i="0" sz="1800" u="none" cap="none" strike="noStrike">
              <a:solidFill>
                <a:schemeClr val="dk1"/>
              </a:solidFill>
              <a:latin typeface="Trebuchet MS"/>
              <a:ea typeface="Trebuchet MS"/>
              <a:cs typeface="Trebuchet MS"/>
              <a:sym typeface="Trebuchet MS"/>
            </a:endParaRPr>
          </a:p>
          <a:p>
            <a:pPr indent="-301666" lvl="1" marL="603333" marR="0" rtl="0" algn="just">
              <a:lnSpc>
                <a:spcPct val="140014"/>
              </a:lnSpc>
              <a:spcBef>
                <a:spcPts val="0"/>
              </a:spcBef>
              <a:spcAft>
                <a:spcPts val="0"/>
              </a:spcAft>
              <a:buClr>
                <a:srgbClr val="152540"/>
              </a:buClr>
              <a:buSzPts val="2794"/>
              <a:buFont typeface="Arial"/>
              <a:buChar char="•"/>
            </a:pPr>
            <a:r>
              <a:rPr b="0" i="0" lang="en-US" sz="2794" u="none" cap="none" strike="noStrike">
                <a:solidFill>
                  <a:srgbClr val="152540"/>
                </a:solidFill>
                <a:latin typeface="Arial"/>
                <a:ea typeface="Arial"/>
                <a:cs typeface="Arial"/>
                <a:sym typeface="Arial"/>
              </a:rPr>
              <a:t>Leemos libros, artículos y periódicos.</a:t>
            </a:r>
            <a:endParaRPr b="0" i="0" sz="1800" u="none" cap="none" strike="noStrike">
              <a:solidFill>
                <a:schemeClr val="dk1"/>
              </a:solidFill>
              <a:latin typeface="Trebuchet MS"/>
              <a:ea typeface="Trebuchet MS"/>
              <a:cs typeface="Trebuchet MS"/>
              <a:sym typeface="Trebuchet MS"/>
            </a:endParaRPr>
          </a:p>
          <a:p>
            <a:pPr indent="-301666" lvl="1" marL="603333" marR="0" rtl="0" algn="just">
              <a:lnSpc>
                <a:spcPct val="140014"/>
              </a:lnSpc>
              <a:spcBef>
                <a:spcPts val="0"/>
              </a:spcBef>
              <a:spcAft>
                <a:spcPts val="0"/>
              </a:spcAft>
              <a:buClr>
                <a:srgbClr val="152540"/>
              </a:buClr>
              <a:buSzPts val="2794"/>
              <a:buFont typeface="Arial"/>
              <a:buChar char="•"/>
            </a:pPr>
            <a:r>
              <a:rPr b="0" i="0" lang="en-US" sz="2794" u="none" cap="none" strike="noStrike">
                <a:solidFill>
                  <a:srgbClr val="152540"/>
                </a:solidFill>
                <a:latin typeface="Arial"/>
                <a:ea typeface="Arial"/>
                <a:cs typeface="Arial"/>
                <a:sym typeface="Arial"/>
              </a:rPr>
              <a:t>Vemos películas y programas de televisión.</a:t>
            </a:r>
            <a:endParaRPr b="0" i="0" sz="1800" u="none" cap="none" strike="noStrike">
              <a:solidFill>
                <a:schemeClr val="dk1"/>
              </a:solidFill>
              <a:latin typeface="Trebuchet MS"/>
              <a:ea typeface="Trebuchet MS"/>
              <a:cs typeface="Trebuchet MS"/>
              <a:sym typeface="Trebuchet MS"/>
            </a:endParaRPr>
          </a:p>
          <a:p>
            <a:pPr indent="-301666" lvl="1" marL="603333" marR="0" rtl="0" algn="just">
              <a:lnSpc>
                <a:spcPct val="140014"/>
              </a:lnSpc>
              <a:spcBef>
                <a:spcPts val="0"/>
              </a:spcBef>
              <a:spcAft>
                <a:spcPts val="0"/>
              </a:spcAft>
              <a:buClr>
                <a:srgbClr val="152540"/>
              </a:buClr>
              <a:buSzPts val="2794"/>
              <a:buFont typeface="Arial"/>
              <a:buChar char="•"/>
            </a:pPr>
            <a:r>
              <a:rPr b="0" i="0" lang="en-US" sz="2794" u="none" cap="none" strike="noStrike">
                <a:solidFill>
                  <a:srgbClr val="152540"/>
                </a:solidFill>
                <a:latin typeface="Arial"/>
                <a:ea typeface="Arial"/>
                <a:cs typeface="Arial"/>
                <a:sym typeface="Arial"/>
              </a:rPr>
              <a:t>Escuchamos música.</a:t>
            </a:r>
            <a:endParaRPr b="0" i="0" sz="1800" u="none" cap="none" strike="noStrike">
              <a:solidFill>
                <a:schemeClr val="dk1"/>
              </a:solidFill>
              <a:latin typeface="Trebuchet MS"/>
              <a:ea typeface="Trebuchet MS"/>
              <a:cs typeface="Trebuchet MS"/>
              <a:sym typeface="Trebuchet MS"/>
            </a:endParaRPr>
          </a:p>
          <a:p>
            <a:pPr indent="-301666" lvl="1" marL="603333" marR="0" rtl="0" algn="just">
              <a:lnSpc>
                <a:spcPct val="140014"/>
              </a:lnSpc>
              <a:spcBef>
                <a:spcPts val="0"/>
              </a:spcBef>
              <a:spcAft>
                <a:spcPts val="0"/>
              </a:spcAft>
              <a:buClr>
                <a:srgbClr val="152540"/>
              </a:buClr>
              <a:buSzPts val="2794"/>
              <a:buFont typeface="Arial"/>
              <a:buChar char="•"/>
            </a:pPr>
            <a:r>
              <a:rPr b="0" i="0" lang="en-US" sz="2794" u="none" cap="none" strike="noStrike">
                <a:solidFill>
                  <a:srgbClr val="152540"/>
                </a:solidFill>
                <a:latin typeface="Arial"/>
                <a:ea typeface="Arial"/>
                <a:cs typeface="Arial"/>
                <a:sym typeface="Arial"/>
              </a:rPr>
              <a:t>Utilizamos la Internet para comunicarnos con personas de todo el mundo. </a:t>
            </a:r>
            <a:endParaRPr b="0" i="0" sz="1800" u="none" cap="none" strike="noStrike">
              <a:solidFill>
                <a:schemeClr val="dk1"/>
              </a:solidFill>
              <a:latin typeface="Trebuchet MS"/>
              <a:ea typeface="Trebuchet MS"/>
              <a:cs typeface="Trebuchet MS"/>
              <a:sym typeface="Trebuchet MS"/>
            </a:endParaRPr>
          </a:p>
        </p:txBody>
      </p:sp>
      <p:sp>
        <p:nvSpPr>
          <p:cNvPr id="196" name="Google Shape;196;p4"/>
          <p:cNvSpPr txBox="1"/>
          <p:nvPr/>
        </p:nvSpPr>
        <p:spPr>
          <a:xfrm>
            <a:off x="1904222" y="2454395"/>
            <a:ext cx="9175638" cy="819150"/>
          </a:xfrm>
          <a:prstGeom prst="rect">
            <a:avLst/>
          </a:prstGeom>
          <a:noFill/>
          <a:ln>
            <a:noFill/>
          </a:ln>
        </p:spPr>
        <p:txBody>
          <a:bodyPr anchorCtr="0" anchor="t" bIns="0" lIns="0" spcFirstLastPara="1" rIns="0" wrap="square" tIns="0">
            <a:spAutoFit/>
          </a:bodyPr>
          <a:lstStyle/>
          <a:p>
            <a:pPr indent="0" lvl="0" marL="0" marR="0" rtl="0" algn="l">
              <a:lnSpc>
                <a:spcPct val="139977"/>
              </a:lnSpc>
              <a:spcBef>
                <a:spcPts val="0"/>
              </a:spcBef>
              <a:spcAft>
                <a:spcPts val="0"/>
              </a:spcAft>
              <a:buClr>
                <a:srgbClr val="152540"/>
              </a:buClr>
              <a:buSzPts val="4500"/>
              <a:buFont typeface="Arial"/>
              <a:buNone/>
            </a:pPr>
            <a:r>
              <a:rPr b="0" i="0" lang="en-US" sz="4500" u="none" cap="none" strike="noStrike">
                <a:solidFill>
                  <a:srgbClr val="152540"/>
                </a:solidFill>
                <a:latin typeface="Arial"/>
                <a:ea typeface="Arial"/>
                <a:cs typeface="Arial"/>
                <a:sym typeface="Arial"/>
              </a:rPr>
              <a:t>NATURAL</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5"/>
          <p:cNvSpPr txBox="1"/>
          <p:nvPr/>
        </p:nvSpPr>
        <p:spPr>
          <a:xfrm>
            <a:off x="1904222" y="3364255"/>
            <a:ext cx="14701023" cy="543447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rgbClr val="152540"/>
              </a:buClr>
              <a:buSzPts val="2794"/>
              <a:buFont typeface="Arial"/>
              <a:buNone/>
            </a:pPr>
            <a:r>
              <a:rPr b="0" i="0" lang="en-US" sz="2794" u="none" cap="none" strike="noStrike">
                <a:solidFill>
                  <a:srgbClr val="152540"/>
                </a:solidFill>
                <a:latin typeface="Arial"/>
                <a:ea typeface="Arial"/>
                <a:cs typeface="Arial"/>
                <a:sym typeface="Arial"/>
              </a:rPr>
              <a:t>Un lenguaje formal es un lenguaje artificial que, a diferencia de los lenguajes naturales, no está centrado en la comunicación humana habitual, sino en la definición y aplicación de una serie de reglas específicas en un entorno específico. Consta de una serie de símbolos básicos, que se combinan en cadenas para formar expresiones complejas.</a:t>
            </a:r>
            <a:endParaRPr sz="1800">
              <a:solidFill>
                <a:schemeClr val="dk1"/>
              </a:solidFill>
              <a:latin typeface="Trebuchet MS"/>
              <a:ea typeface="Trebuchet MS"/>
              <a:cs typeface="Trebuchet MS"/>
              <a:sym typeface="Trebuchet MS"/>
            </a:endParaRPr>
          </a:p>
          <a:p>
            <a:pPr indent="0" lvl="0" marL="0" marR="0" rtl="0" algn="just">
              <a:lnSpc>
                <a:spcPct val="140014"/>
              </a:lnSpc>
              <a:spcBef>
                <a:spcPts val="0"/>
              </a:spcBef>
              <a:spcAft>
                <a:spcPts val="0"/>
              </a:spcAft>
              <a:buClr>
                <a:schemeClr val="dk1"/>
              </a:buClr>
              <a:buSzPts val="2794"/>
              <a:buFont typeface="Trebuchet MS"/>
              <a:buNone/>
            </a:pPr>
            <a:r>
              <a:t/>
            </a:r>
            <a:endParaRPr b="0" i="0" sz="2794" u="none" cap="none" strike="noStrike">
              <a:solidFill>
                <a:srgbClr val="152540"/>
              </a:solidFill>
              <a:latin typeface="Arial"/>
              <a:ea typeface="Arial"/>
              <a:cs typeface="Arial"/>
              <a:sym typeface="Arial"/>
            </a:endParaRPr>
          </a:p>
          <a:p>
            <a:pPr indent="0" lvl="0" marL="0" marR="0" rtl="0" algn="just">
              <a:lnSpc>
                <a:spcPct val="140014"/>
              </a:lnSpc>
              <a:spcBef>
                <a:spcPts val="0"/>
              </a:spcBef>
              <a:spcAft>
                <a:spcPts val="0"/>
              </a:spcAft>
              <a:buClr>
                <a:srgbClr val="152540"/>
              </a:buClr>
              <a:buSzPts val="2794"/>
              <a:buFont typeface="Arial"/>
              <a:buNone/>
            </a:pPr>
            <a:r>
              <a:rPr b="0" i="0" lang="en-US" sz="2794" u="none" cap="none" strike="noStrike">
                <a:solidFill>
                  <a:srgbClr val="152540"/>
                </a:solidFill>
                <a:latin typeface="Arial"/>
                <a:ea typeface="Arial"/>
                <a:cs typeface="Arial"/>
                <a:sym typeface="Arial"/>
              </a:rPr>
              <a:t>Los símbolos constituyen el alfabeto de un lenguaje formal, mientras que las cadenas son las palabras. Tanto la combinación de los símbolos como la interpretación de las cadenas se realiza de acuerdo con reglas rigurosas, establecidas de antemano, que no admiten excepciones; en conjunto, estas reglas conforman la gramática del lenguaje. </a:t>
            </a:r>
            <a:endParaRPr sz="1800">
              <a:solidFill>
                <a:schemeClr val="dk1"/>
              </a:solidFill>
              <a:latin typeface="Trebuchet MS"/>
              <a:ea typeface="Trebuchet MS"/>
              <a:cs typeface="Trebuchet MS"/>
              <a:sym typeface="Trebuchet MS"/>
            </a:endParaRPr>
          </a:p>
        </p:txBody>
      </p:sp>
      <p:sp>
        <p:nvSpPr>
          <p:cNvPr id="202" name="Google Shape;202;p5"/>
          <p:cNvSpPr txBox="1"/>
          <p:nvPr/>
        </p:nvSpPr>
        <p:spPr>
          <a:xfrm>
            <a:off x="1904222" y="2454395"/>
            <a:ext cx="9175638" cy="819150"/>
          </a:xfrm>
          <a:prstGeom prst="rect">
            <a:avLst/>
          </a:prstGeom>
          <a:noFill/>
          <a:ln>
            <a:noFill/>
          </a:ln>
        </p:spPr>
        <p:txBody>
          <a:bodyPr anchorCtr="0" anchor="t" bIns="0" lIns="0" spcFirstLastPara="1" rIns="0" wrap="square" tIns="0">
            <a:spAutoFit/>
          </a:bodyPr>
          <a:lstStyle/>
          <a:p>
            <a:pPr indent="0" lvl="0" marL="0" marR="0" rtl="0" algn="l">
              <a:lnSpc>
                <a:spcPct val="139977"/>
              </a:lnSpc>
              <a:spcBef>
                <a:spcPts val="0"/>
              </a:spcBef>
              <a:spcAft>
                <a:spcPts val="0"/>
              </a:spcAft>
              <a:buClr>
                <a:srgbClr val="152540"/>
              </a:buClr>
              <a:buSzPts val="4500"/>
              <a:buFont typeface="Arial"/>
              <a:buNone/>
            </a:pPr>
            <a:r>
              <a:rPr b="0" i="0" lang="en-US" sz="4500" u="none" cap="none" strike="noStrike">
                <a:solidFill>
                  <a:srgbClr val="152540"/>
                </a:solidFill>
                <a:latin typeface="Arial"/>
                <a:ea typeface="Arial"/>
                <a:cs typeface="Arial"/>
                <a:sym typeface="Arial"/>
              </a:rPr>
              <a:t>FORMAL</a:t>
            </a:r>
            <a:endParaRPr sz="1800">
              <a:solidFill>
                <a:schemeClr val="dk1"/>
              </a:solidFill>
              <a:latin typeface="Trebuchet MS"/>
              <a:ea typeface="Trebuchet MS"/>
              <a:cs typeface="Trebuchet MS"/>
              <a:sym typeface="Trebuchet MS"/>
            </a:endParaRPr>
          </a:p>
        </p:txBody>
      </p:sp>
      <p:sp>
        <p:nvSpPr>
          <p:cNvPr id="203" name="Google Shape;203;p5"/>
          <p:cNvSpPr txBox="1"/>
          <p:nvPr/>
        </p:nvSpPr>
        <p:spPr>
          <a:xfrm>
            <a:off x="1904222" y="1557983"/>
            <a:ext cx="11630208" cy="9207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152540"/>
              </a:buClr>
              <a:buSzPts val="5000"/>
              <a:buFont typeface="Arial"/>
              <a:buNone/>
            </a:pPr>
            <a:r>
              <a:rPr b="0" i="0" lang="en-US" sz="5000" u="none" cap="none" strike="noStrike">
                <a:solidFill>
                  <a:srgbClr val="152540"/>
                </a:solidFill>
                <a:latin typeface="Arial"/>
                <a:ea typeface="Arial"/>
                <a:cs typeface="Arial"/>
                <a:sym typeface="Arial"/>
              </a:rPr>
              <a:t>LENGUAJE</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grpSp>
        <p:nvGrpSpPr>
          <p:cNvPr id="208" name="Google Shape;208;p6"/>
          <p:cNvGrpSpPr/>
          <p:nvPr/>
        </p:nvGrpSpPr>
        <p:grpSpPr>
          <a:xfrm>
            <a:off x="1541022" y="3666377"/>
            <a:ext cx="3475845" cy="2091375"/>
            <a:chOff x="0" y="-38100"/>
            <a:chExt cx="914818" cy="550435"/>
          </a:xfrm>
        </p:grpSpPr>
        <p:sp>
          <p:nvSpPr>
            <p:cNvPr id="209" name="Google Shape;209;p6"/>
            <p:cNvSpPr/>
            <p:nvPr/>
          </p:nvSpPr>
          <p:spPr>
            <a:xfrm>
              <a:off x="0" y="0"/>
              <a:ext cx="914818" cy="512335"/>
            </a:xfrm>
            <a:custGeom>
              <a:rect b="b" l="l" r="r" t="t"/>
              <a:pathLst>
                <a:path extrusionOk="0" h="512335" w="914818">
                  <a:moveTo>
                    <a:pt x="113595" y="0"/>
                  </a:moveTo>
                  <a:lnTo>
                    <a:pt x="801223" y="0"/>
                  </a:lnTo>
                  <a:cubicBezTo>
                    <a:pt x="863960" y="0"/>
                    <a:pt x="914818" y="50858"/>
                    <a:pt x="914818" y="113595"/>
                  </a:cubicBezTo>
                  <a:lnTo>
                    <a:pt x="914818" y="398740"/>
                  </a:lnTo>
                  <a:cubicBezTo>
                    <a:pt x="914818" y="461477"/>
                    <a:pt x="863960" y="512335"/>
                    <a:pt x="801223" y="512335"/>
                  </a:cubicBezTo>
                  <a:lnTo>
                    <a:pt x="113595" y="512335"/>
                  </a:lnTo>
                  <a:cubicBezTo>
                    <a:pt x="50858" y="512335"/>
                    <a:pt x="0" y="461477"/>
                    <a:pt x="0" y="398740"/>
                  </a:cubicBezTo>
                  <a:lnTo>
                    <a:pt x="0" y="113595"/>
                  </a:lnTo>
                  <a:cubicBezTo>
                    <a:pt x="0" y="50858"/>
                    <a:pt x="50858" y="0"/>
                    <a:pt x="113595" y="0"/>
                  </a:cubicBezTo>
                  <a:close/>
                </a:path>
              </a:pathLst>
            </a:custGeom>
            <a:solidFill>
              <a:srgbClr val="F1F1F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rebuchet MS"/>
                <a:ea typeface="Trebuchet MS"/>
                <a:cs typeface="Trebuchet MS"/>
                <a:sym typeface="Trebuchet MS"/>
              </a:endParaRPr>
            </a:p>
          </p:txBody>
        </p:sp>
        <p:sp>
          <p:nvSpPr>
            <p:cNvPr id="210" name="Google Shape;210;p6"/>
            <p:cNvSpPr txBox="1"/>
            <p:nvPr/>
          </p:nvSpPr>
          <p:spPr>
            <a:xfrm>
              <a:off x="0" y="-38100"/>
              <a:ext cx="914818" cy="550435"/>
            </a:xfrm>
            <a:prstGeom prst="rect">
              <a:avLst/>
            </a:prstGeom>
            <a:noFill/>
            <a:ln>
              <a:noFill/>
            </a:ln>
          </p:spPr>
          <p:txBody>
            <a:bodyPr anchorCtr="0" anchor="ctr" bIns="241300" lIns="241300" spcFirstLastPara="1" rIns="241300" wrap="square" tIns="241300">
              <a:noAutofit/>
            </a:bodyPr>
            <a:lstStyle/>
            <a:p>
              <a:pPr indent="0" lvl="0" marL="0" marR="0" rtl="0" algn="ctr">
                <a:lnSpc>
                  <a:spcPct val="14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Recursivamente Enumerables</a:t>
              </a:r>
              <a:endParaRPr sz="1800">
                <a:solidFill>
                  <a:schemeClr val="dk1"/>
                </a:solidFill>
                <a:latin typeface="Trebuchet MS"/>
                <a:ea typeface="Trebuchet MS"/>
                <a:cs typeface="Trebuchet MS"/>
                <a:sym typeface="Trebuchet MS"/>
              </a:endParaRPr>
            </a:p>
          </p:txBody>
        </p:sp>
      </p:grpSp>
      <p:grpSp>
        <p:nvGrpSpPr>
          <p:cNvPr id="211" name="Google Shape;211;p6"/>
          <p:cNvGrpSpPr/>
          <p:nvPr/>
        </p:nvGrpSpPr>
        <p:grpSpPr>
          <a:xfrm>
            <a:off x="5443973" y="3666377"/>
            <a:ext cx="3475845" cy="2091375"/>
            <a:chOff x="0" y="-38100"/>
            <a:chExt cx="914818" cy="550435"/>
          </a:xfrm>
        </p:grpSpPr>
        <p:sp>
          <p:nvSpPr>
            <p:cNvPr id="212" name="Google Shape;212;p6"/>
            <p:cNvSpPr/>
            <p:nvPr/>
          </p:nvSpPr>
          <p:spPr>
            <a:xfrm>
              <a:off x="0" y="0"/>
              <a:ext cx="914818" cy="512335"/>
            </a:xfrm>
            <a:custGeom>
              <a:rect b="b" l="l" r="r" t="t"/>
              <a:pathLst>
                <a:path extrusionOk="0" h="512335" w="914818">
                  <a:moveTo>
                    <a:pt x="113595" y="0"/>
                  </a:moveTo>
                  <a:lnTo>
                    <a:pt x="801223" y="0"/>
                  </a:lnTo>
                  <a:cubicBezTo>
                    <a:pt x="863960" y="0"/>
                    <a:pt x="914818" y="50858"/>
                    <a:pt x="914818" y="113595"/>
                  </a:cubicBezTo>
                  <a:lnTo>
                    <a:pt x="914818" y="398740"/>
                  </a:lnTo>
                  <a:cubicBezTo>
                    <a:pt x="914818" y="461477"/>
                    <a:pt x="863960" y="512335"/>
                    <a:pt x="801223" y="512335"/>
                  </a:cubicBezTo>
                  <a:lnTo>
                    <a:pt x="113595" y="512335"/>
                  </a:lnTo>
                  <a:cubicBezTo>
                    <a:pt x="50858" y="512335"/>
                    <a:pt x="0" y="461477"/>
                    <a:pt x="0" y="398740"/>
                  </a:cubicBezTo>
                  <a:lnTo>
                    <a:pt x="0" y="113595"/>
                  </a:lnTo>
                  <a:cubicBezTo>
                    <a:pt x="0" y="50858"/>
                    <a:pt x="50858" y="0"/>
                    <a:pt x="113595" y="0"/>
                  </a:cubicBezTo>
                  <a:close/>
                </a:path>
              </a:pathLst>
            </a:custGeom>
            <a:solidFill>
              <a:srgbClr val="F1F1F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rebuchet MS"/>
                <a:ea typeface="Trebuchet MS"/>
                <a:cs typeface="Trebuchet MS"/>
                <a:sym typeface="Trebuchet MS"/>
              </a:endParaRPr>
            </a:p>
          </p:txBody>
        </p:sp>
        <p:sp>
          <p:nvSpPr>
            <p:cNvPr id="213" name="Google Shape;213;p6"/>
            <p:cNvSpPr txBox="1"/>
            <p:nvPr/>
          </p:nvSpPr>
          <p:spPr>
            <a:xfrm>
              <a:off x="0" y="-38100"/>
              <a:ext cx="914818" cy="550435"/>
            </a:xfrm>
            <a:prstGeom prst="rect">
              <a:avLst/>
            </a:prstGeom>
            <a:noFill/>
            <a:ln>
              <a:noFill/>
            </a:ln>
          </p:spPr>
          <p:txBody>
            <a:bodyPr anchorCtr="0" anchor="ctr" bIns="241300" lIns="241300" spcFirstLastPara="1" rIns="241300" wrap="square" tIns="241300">
              <a:noAutofit/>
            </a:bodyPr>
            <a:lstStyle/>
            <a:p>
              <a:pPr indent="0" lvl="0" marL="0" marR="0" rtl="0" algn="ctr">
                <a:lnSpc>
                  <a:spcPct val="14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Requieren gramáticas sensibles al contexto</a:t>
              </a:r>
              <a:endParaRPr sz="1800">
                <a:solidFill>
                  <a:schemeClr val="dk1"/>
                </a:solidFill>
                <a:latin typeface="Trebuchet MS"/>
                <a:ea typeface="Trebuchet MS"/>
                <a:cs typeface="Trebuchet MS"/>
                <a:sym typeface="Trebuchet MS"/>
              </a:endParaRPr>
            </a:p>
          </p:txBody>
        </p:sp>
      </p:grpSp>
      <p:grpSp>
        <p:nvGrpSpPr>
          <p:cNvPr id="214" name="Google Shape;214;p6"/>
          <p:cNvGrpSpPr/>
          <p:nvPr/>
        </p:nvGrpSpPr>
        <p:grpSpPr>
          <a:xfrm>
            <a:off x="9314236" y="3666377"/>
            <a:ext cx="3475845" cy="2091375"/>
            <a:chOff x="0" y="-38100"/>
            <a:chExt cx="914818" cy="550435"/>
          </a:xfrm>
        </p:grpSpPr>
        <p:sp>
          <p:nvSpPr>
            <p:cNvPr id="215" name="Google Shape;215;p6"/>
            <p:cNvSpPr/>
            <p:nvPr/>
          </p:nvSpPr>
          <p:spPr>
            <a:xfrm>
              <a:off x="0" y="0"/>
              <a:ext cx="914818" cy="512335"/>
            </a:xfrm>
            <a:custGeom>
              <a:rect b="b" l="l" r="r" t="t"/>
              <a:pathLst>
                <a:path extrusionOk="0" h="512335" w="914818">
                  <a:moveTo>
                    <a:pt x="113595" y="0"/>
                  </a:moveTo>
                  <a:lnTo>
                    <a:pt x="801223" y="0"/>
                  </a:lnTo>
                  <a:cubicBezTo>
                    <a:pt x="863960" y="0"/>
                    <a:pt x="914818" y="50858"/>
                    <a:pt x="914818" y="113595"/>
                  </a:cubicBezTo>
                  <a:lnTo>
                    <a:pt x="914818" y="398740"/>
                  </a:lnTo>
                  <a:cubicBezTo>
                    <a:pt x="914818" y="461477"/>
                    <a:pt x="863960" y="512335"/>
                    <a:pt x="801223" y="512335"/>
                  </a:cubicBezTo>
                  <a:lnTo>
                    <a:pt x="113595" y="512335"/>
                  </a:lnTo>
                  <a:cubicBezTo>
                    <a:pt x="50858" y="512335"/>
                    <a:pt x="0" y="461477"/>
                    <a:pt x="0" y="398740"/>
                  </a:cubicBezTo>
                  <a:lnTo>
                    <a:pt x="0" y="113595"/>
                  </a:lnTo>
                  <a:cubicBezTo>
                    <a:pt x="0" y="50858"/>
                    <a:pt x="50858" y="0"/>
                    <a:pt x="113595" y="0"/>
                  </a:cubicBezTo>
                  <a:close/>
                </a:path>
              </a:pathLst>
            </a:custGeom>
            <a:solidFill>
              <a:srgbClr val="F1F1F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rebuchet MS"/>
                <a:ea typeface="Trebuchet MS"/>
                <a:cs typeface="Trebuchet MS"/>
                <a:sym typeface="Trebuchet MS"/>
              </a:endParaRPr>
            </a:p>
          </p:txBody>
        </p:sp>
        <p:sp>
          <p:nvSpPr>
            <p:cNvPr id="216" name="Google Shape;216;p6"/>
            <p:cNvSpPr txBox="1"/>
            <p:nvPr/>
          </p:nvSpPr>
          <p:spPr>
            <a:xfrm>
              <a:off x="0" y="-38100"/>
              <a:ext cx="914818" cy="550435"/>
            </a:xfrm>
            <a:prstGeom prst="rect">
              <a:avLst/>
            </a:prstGeom>
            <a:noFill/>
            <a:ln>
              <a:noFill/>
            </a:ln>
          </p:spPr>
          <p:txBody>
            <a:bodyPr anchorCtr="0" anchor="ctr" bIns="241300" lIns="241300" spcFirstLastPara="1" rIns="241300" wrap="square" tIns="241300">
              <a:noAutofit/>
            </a:bodyPr>
            <a:lstStyle/>
            <a:p>
              <a:pPr indent="0" lvl="0" marL="0" marR="0" rtl="0" algn="ctr">
                <a:lnSpc>
                  <a:spcPct val="14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Representados por gramáticas libres de contexto</a:t>
              </a:r>
              <a:endParaRPr sz="1800">
                <a:solidFill>
                  <a:schemeClr val="dk1"/>
                </a:solidFill>
                <a:latin typeface="Trebuchet MS"/>
                <a:ea typeface="Trebuchet MS"/>
                <a:cs typeface="Trebuchet MS"/>
                <a:sym typeface="Trebuchet MS"/>
              </a:endParaRPr>
            </a:p>
          </p:txBody>
        </p:sp>
      </p:grpSp>
      <p:grpSp>
        <p:nvGrpSpPr>
          <p:cNvPr id="217" name="Google Shape;217;p6"/>
          <p:cNvGrpSpPr/>
          <p:nvPr/>
        </p:nvGrpSpPr>
        <p:grpSpPr>
          <a:xfrm>
            <a:off x="13181346" y="3666377"/>
            <a:ext cx="3475845" cy="2091375"/>
            <a:chOff x="0" y="-38100"/>
            <a:chExt cx="914818" cy="550435"/>
          </a:xfrm>
        </p:grpSpPr>
        <p:sp>
          <p:nvSpPr>
            <p:cNvPr id="218" name="Google Shape;218;p6"/>
            <p:cNvSpPr/>
            <p:nvPr/>
          </p:nvSpPr>
          <p:spPr>
            <a:xfrm>
              <a:off x="0" y="0"/>
              <a:ext cx="914818" cy="512335"/>
            </a:xfrm>
            <a:custGeom>
              <a:rect b="b" l="l" r="r" t="t"/>
              <a:pathLst>
                <a:path extrusionOk="0" h="512335" w="914818">
                  <a:moveTo>
                    <a:pt x="113595" y="0"/>
                  </a:moveTo>
                  <a:lnTo>
                    <a:pt x="801223" y="0"/>
                  </a:lnTo>
                  <a:cubicBezTo>
                    <a:pt x="863960" y="0"/>
                    <a:pt x="914818" y="50858"/>
                    <a:pt x="914818" y="113595"/>
                  </a:cubicBezTo>
                  <a:lnTo>
                    <a:pt x="914818" y="398740"/>
                  </a:lnTo>
                  <a:cubicBezTo>
                    <a:pt x="914818" y="461477"/>
                    <a:pt x="863960" y="512335"/>
                    <a:pt x="801223" y="512335"/>
                  </a:cubicBezTo>
                  <a:lnTo>
                    <a:pt x="113595" y="512335"/>
                  </a:lnTo>
                  <a:cubicBezTo>
                    <a:pt x="50858" y="512335"/>
                    <a:pt x="0" y="461477"/>
                    <a:pt x="0" y="398740"/>
                  </a:cubicBezTo>
                  <a:lnTo>
                    <a:pt x="0" y="113595"/>
                  </a:lnTo>
                  <a:cubicBezTo>
                    <a:pt x="0" y="50858"/>
                    <a:pt x="50858" y="0"/>
                    <a:pt x="113595" y="0"/>
                  </a:cubicBezTo>
                  <a:close/>
                </a:path>
              </a:pathLst>
            </a:custGeom>
            <a:solidFill>
              <a:srgbClr val="F1F1F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rebuchet MS"/>
                <a:ea typeface="Trebuchet MS"/>
                <a:cs typeface="Trebuchet MS"/>
                <a:sym typeface="Trebuchet MS"/>
              </a:endParaRPr>
            </a:p>
          </p:txBody>
        </p:sp>
        <p:sp>
          <p:nvSpPr>
            <p:cNvPr id="219" name="Google Shape;219;p6"/>
            <p:cNvSpPr txBox="1"/>
            <p:nvPr/>
          </p:nvSpPr>
          <p:spPr>
            <a:xfrm>
              <a:off x="0" y="-38100"/>
              <a:ext cx="914818" cy="550435"/>
            </a:xfrm>
            <a:prstGeom prst="rect">
              <a:avLst/>
            </a:prstGeom>
            <a:noFill/>
            <a:ln>
              <a:noFill/>
            </a:ln>
          </p:spPr>
          <p:txBody>
            <a:bodyPr anchorCtr="0" anchor="ctr" bIns="241300" lIns="241300" spcFirstLastPara="1" rIns="241300" wrap="square" tIns="241300">
              <a:noAutofit/>
            </a:bodyPr>
            <a:lstStyle/>
            <a:p>
              <a:pPr indent="0" lvl="0" marL="0" marR="0" rtl="0" algn="ctr">
                <a:lnSpc>
                  <a:spcPct val="14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Se describen mediante autómatas finitos o expresiones regulares</a:t>
              </a:r>
              <a:endParaRPr sz="1800">
                <a:solidFill>
                  <a:schemeClr val="dk1"/>
                </a:solidFill>
                <a:latin typeface="Trebuchet MS"/>
                <a:ea typeface="Trebuchet MS"/>
                <a:cs typeface="Trebuchet MS"/>
                <a:sym typeface="Trebuchet MS"/>
              </a:endParaRPr>
            </a:p>
          </p:txBody>
        </p:sp>
      </p:grpSp>
      <p:grpSp>
        <p:nvGrpSpPr>
          <p:cNvPr id="220" name="Google Shape;220;p6"/>
          <p:cNvGrpSpPr/>
          <p:nvPr/>
        </p:nvGrpSpPr>
        <p:grpSpPr>
          <a:xfrm>
            <a:off x="2635924" y="2943848"/>
            <a:ext cx="1286042" cy="1105192"/>
            <a:chOff x="0" y="0"/>
            <a:chExt cx="812800" cy="698500"/>
          </a:xfrm>
        </p:grpSpPr>
        <p:sp>
          <p:nvSpPr>
            <p:cNvPr id="221" name="Google Shape;221;p6"/>
            <p:cNvSpPr/>
            <p:nvPr/>
          </p:nvSpPr>
          <p:spPr>
            <a:xfrm>
              <a:off x="0" y="0"/>
              <a:ext cx="812800" cy="698500"/>
            </a:xfrm>
            <a:custGeom>
              <a:rect b="b" l="l" r="r" t="t"/>
              <a:pathLst>
                <a:path extrusionOk="0"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EDC0C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22" name="Google Shape;222;p6"/>
            <p:cNvSpPr txBox="1"/>
            <p:nvPr/>
          </p:nvSpPr>
          <p:spPr>
            <a:xfrm>
              <a:off x="114300" y="57150"/>
              <a:ext cx="584200" cy="641350"/>
            </a:xfrm>
            <a:prstGeom prst="rect">
              <a:avLst/>
            </a:prstGeom>
            <a:noFill/>
            <a:ln>
              <a:noFill/>
            </a:ln>
          </p:spPr>
          <p:txBody>
            <a:bodyPr anchorCtr="0" anchor="ctr" bIns="10475" lIns="10475" spcFirstLastPara="1" rIns="10475" wrap="square" tIns="10475">
              <a:noAutofit/>
            </a:bodyPr>
            <a:lstStyle/>
            <a:p>
              <a:pPr indent="0" lvl="0" marL="0" marR="0" rtl="0" algn="ctr">
                <a:lnSpc>
                  <a:spcPct val="98999"/>
                </a:lnSpc>
                <a:spcBef>
                  <a:spcPts val="0"/>
                </a:spcBef>
                <a:spcAft>
                  <a:spcPts val="0"/>
                </a:spcAft>
                <a:buClr>
                  <a:srgbClr val="010204"/>
                </a:buClr>
                <a:buSzPts val="2399"/>
                <a:buFont typeface="Arial"/>
                <a:buNone/>
              </a:pPr>
              <a:r>
                <a:rPr b="1" i="0" lang="en-US" sz="2399" u="none" cap="none" strike="noStrike">
                  <a:solidFill>
                    <a:srgbClr val="010204"/>
                  </a:solidFill>
                  <a:latin typeface="Arial"/>
                  <a:ea typeface="Arial"/>
                  <a:cs typeface="Arial"/>
                  <a:sym typeface="Arial"/>
                </a:rPr>
                <a:t>0</a:t>
              </a:r>
              <a:endParaRPr sz="1800">
                <a:solidFill>
                  <a:schemeClr val="dk1"/>
                </a:solidFill>
                <a:latin typeface="Trebuchet MS"/>
                <a:ea typeface="Trebuchet MS"/>
                <a:cs typeface="Trebuchet MS"/>
                <a:sym typeface="Trebuchet MS"/>
              </a:endParaRPr>
            </a:p>
          </p:txBody>
        </p:sp>
      </p:grpSp>
      <p:grpSp>
        <p:nvGrpSpPr>
          <p:cNvPr id="223" name="Google Shape;223;p6"/>
          <p:cNvGrpSpPr/>
          <p:nvPr/>
        </p:nvGrpSpPr>
        <p:grpSpPr>
          <a:xfrm>
            <a:off x="10409138" y="2943848"/>
            <a:ext cx="1286042" cy="1105192"/>
            <a:chOff x="0" y="0"/>
            <a:chExt cx="812800" cy="698500"/>
          </a:xfrm>
        </p:grpSpPr>
        <p:sp>
          <p:nvSpPr>
            <p:cNvPr id="224" name="Google Shape;224;p6"/>
            <p:cNvSpPr/>
            <p:nvPr/>
          </p:nvSpPr>
          <p:spPr>
            <a:xfrm>
              <a:off x="0" y="0"/>
              <a:ext cx="812800" cy="698500"/>
            </a:xfrm>
            <a:custGeom>
              <a:rect b="b" l="l" r="r" t="t"/>
              <a:pathLst>
                <a:path extrusionOk="0"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CFAAC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25" name="Google Shape;225;p6"/>
            <p:cNvSpPr txBox="1"/>
            <p:nvPr/>
          </p:nvSpPr>
          <p:spPr>
            <a:xfrm>
              <a:off x="114300" y="57150"/>
              <a:ext cx="584200" cy="641350"/>
            </a:xfrm>
            <a:prstGeom prst="rect">
              <a:avLst/>
            </a:prstGeom>
            <a:noFill/>
            <a:ln>
              <a:noFill/>
            </a:ln>
          </p:spPr>
          <p:txBody>
            <a:bodyPr anchorCtr="0" anchor="ctr" bIns="10475" lIns="10475" spcFirstLastPara="1" rIns="10475" wrap="square" tIns="10475">
              <a:noAutofit/>
            </a:bodyPr>
            <a:lstStyle/>
            <a:p>
              <a:pPr indent="0" lvl="0" marL="0" marR="0" rtl="0" algn="ctr">
                <a:lnSpc>
                  <a:spcPct val="98999"/>
                </a:lnSpc>
                <a:spcBef>
                  <a:spcPts val="0"/>
                </a:spcBef>
                <a:spcAft>
                  <a:spcPts val="0"/>
                </a:spcAft>
                <a:buClr>
                  <a:srgbClr val="010204"/>
                </a:buClr>
                <a:buSzPts val="2399"/>
                <a:buFont typeface="Arial"/>
                <a:buNone/>
              </a:pPr>
              <a:r>
                <a:rPr b="1" i="0" lang="en-US" sz="2399" u="none" cap="none" strike="noStrike">
                  <a:solidFill>
                    <a:srgbClr val="010204"/>
                  </a:solidFill>
                  <a:latin typeface="Arial"/>
                  <a:ea typeface="Arial"/>
                  <a:cs typeface="Arial"/>
                  <a:sym typeface="Arial"/>
                </a:rPr>
                <a:t>2</a:t>
              </a:r>
              <a:endParaRPr sz="1800">
                <a:solidFill>
                  <a:schemeClr val="dk1"/>
                </a:solidFill>
                <a:latin typeface="Trebuchet MS"/>
                <a:ea typeface="Trebuchet MS"/>
                <a:cs typeface="Trebuchet MS"/>
                <a:sym typeface="Trebuchet MS"/>
              </a:endParaRPr>
            </a:p>
          </p:txBody>
        </p:sp>
      </p:grpSp>
      <p:grpSp>
        <p:nvGrpSpPr>
          <p:cNvPr id="226" name="Google Shape;226;p6"/>
          <p:cNvGrpSpPr/>
          <p:nvPr/>
        </p:nvGrpSpPr>
        <p:grpSpPr>
          <a:xfrm>
            <a:off x="6538875" y="2943848"/>
            <a:ext cx="1286042" cy="1105192"/>
            <a:chOff x="0" y="0"/>
            <a:chExt cx="812800" cy="698500"/>
          </a:xfrm>
        </p:grpSpPr>
        <p:sp>
          <p:nvSpPr>
            <p:cNvPr id="227" name="Google Shape;227;p6"/>
            <p:cNvSpPr/>
            <p:nvPr/>
          </p:nvSpPr>
          <p:spPr>
            <a:xfrm>
              <a:off x="0" y="0"/>
              <a:ext cx="812800" cy="698500"/>
            </a:xfrm>
            <a:custGeom>
              <a:rect b="b" l="l" r="r" t="t"/>
              <a:pathLst>
                <a:path extrusionOk="0"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D5D8B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28" name="Google Shape;228;p6"/>
            <p:cNvSpPr txBox="1"/>
            <p:nvPr/>
          </p:nvSpPr>
          <p:spPr>
            <a:xfrm>
              <a:off x="114300" y="57150"/>
              <a:ext cx="584200" cy="641350"/>
            </a:xfrm>
            <a:prstGeom prst="rect">
              <a:avLst/>
            </a:prstGeom>
            <a:noFill/>
            <a:ln>
              <a:noFill/>
            </a:ln>
          </p:spPr>
          <p:txBody>
            <a:bodyPr anchorCtr="0" anchor="ctr" bIns="10475" lIns="10475" spcFirstLastPara="1" rIns="10475" wrap="square" tIns="10475">
              <a:noAutofit/>
            </a:bodyPr>
            <a:lstStyle/>
            <a:p>
              <a:pPr indent="0" lvl="0" marL="0" marR="0" rtl="0" algn="ctr">
                <a:lnSpc>
                  <a:spcPct val="98999"/>
                </a:lnSpc>
                <a:spcBef>
                  <a:spcPts val="0"/>
                </a:spcBef>
                <a:spcAft>
                  <a:spcPts val="0"/>
                </a:spcAft>
                <a:buClr>
                  <a:srgbClr val="010204"/>
                </a:buClr>
                <a:buSzPts val="2399"/>
                <a:buFont typeface="Arial"/>
                <a:buNone/>
              </a:pPr>
              <a:r>
                <a:rPr b="1" i="0" lang="en-US" sz="2399" u="none" cap="none" strike="noStrike">
                  <a:solidFill>
                    <a:srgbClr val="010204"/>
                  </a:solidFill>
                  <a:latin typeface="Arial"/>
                  <a:ea typeface="Arial"/>
                  <a:cs typeface="Arial"/>
                  <a:sym typeface="Arial"/>
                </a:rPr>
                <a:t>1</a:t>
              </a:r>
              <a:endParaRPr sz="1800">
                <a:solidFill>
                  <a:schemeClr val="dk1"/>
                </a:solidFill>
                <a:latin typeface="Trebuchet MS"/>
                <a:ea typeface="Trebuchet MS"/>
                <a:cs typeface="Trebuchet MS"/>
                <a:sym typeface="Trebuchet MS"/>
              </a:endParaRPr>
            </a:p>
          </p:txBody>
        </p:sp>
      </p:grpSp>
      <p:grpSp>
        <p:nvGrpSpPr>
          <p:cNvPr id="229" name="Google Shape;229;p6"/>
          <p:cNvGrpSpPr/>
          <p:nvPr/>
        </p:nvGrpSpPr>
        <p:grpSpPr>
          <a:xfrm>
            <a:off x="14276248" y="2943848"/>
            <a:ext cx="1286042" cy="1105192"/>
            <a:chOff x="0" y="0"/>
            <a:chExt cx="812800" cy="698500"/>
          </a:xfrm>
        </p:grpSpPr>
        <p:sp>
          <p:nvSpPr>
            <p:cNvPr id="230" name="Google Shape;230;p6"/>
            <p:cNvSpPr/>
            <p:nvPr/>
          </p:nvSpPr>
          <p:spPr>
            <a:xfrm>
              <a:off x="0" y="0"/>
              <a:ext cx="812800" cy="698500"/>
            </a:xfrm>
            <a:custGeom>
              <a:rect b="b" l="l" r="r" t="t"/>
              <a:pathLst>
                <a:path extrusionOk="0"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B6C9D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31" name="Google Shape;231;p6"/>
            <p:cNvSpPr txBox="1"/>
            <p:nvPr/>
          </p:nvSpPr>
          <p:spPr>
            <a:xfrm>
              <a:off x="114300" y="57150"/>
              <a:ext cx="584200" cy="641350"/>
            </a:xfrm>
            <a:prstGeom prst="rect">
              <a:avLst/>
            </a:prstGeom>
            <a:noFill/>
            <a:ln>
              <a:noFill/>
            </a:ln>
          </p:spPr>
          <p:txBody>
            <a:bodyPr anchorCtr="0" anchor="ctr" bIns="10475" lIns="10475" spcFirstLastPara="1" rIns="10475" wrap="square" tIns="10475">
              <a:noAutofit/>
            </a:bodyPr>
            <a:lstStyle/>
            <a:p>
              <a:pPr indent="0" lvl="0" marL="0" marR="0" rtl="0" algn="ctr">
                <a:lnSpc>
                  <a:spcPct val="98999"/>
                </a:lnSpc>
                <a:spcBef>
                  <a:spcPts val="0"/>
                </a:spcBef>
                <a:spcAft>
                  <a:spcPts val="0"/>
                </a:spcAft>
                <a:buClr>
                  <a:srgbClr val="010204"/>
                </a:buClr>
                <a:buSzPts val="2399"/>
                <a:buFont typeface="Arial"/>
                <a:buNone/>
              </a:pPr>
              <a:r>
                <a:rPr b="1" i="0" lang="en-US" sz="2399" u="none" cap="none" strike="noStrike">
                  <a:solidFill>
                    <a:srgbClr val="010204"/>
                  </a:solidFill>
                  <a:latin typeface="Arial"/>
                  <a:ea typeface="Arial"/>
                  <a:cs typeface="Arial"/>
                  <a:sym typeface="Arial"/>
                </a:rPr>
                <a:t>3</a:t>
              </a:r>
              <a:endParaRPr sz="1800">
                <a:solidFill>
                  <a:schemeClr val="dk1"/>
                </a:solidFill>
                <a:latin typeface="Trebuchet MS"/>
                <a:ea typeface="Trebuchet MS"/>
                <a:cs typeface="Trebuchet MS"/>
                <a:sym typeface="Trebuchet MS"/>
              </a:endParaRPr>
            </a:p>
          </p:txBody>
        </p:sp>
      </p:grpSp>
      <p:grpSp>
        <p:nvGrpSpPr>
          <p:cNvPr id="232" name="Google Shape;232;p6"/>
          <p:cNvGrpSpPr/>
          <p:nvPr/>
        </p:nvGrpSpPr>
        <p:grpSpPr>
          <a:xfrm>
            <a:off x="3278945" y="1471766"/>
            <a:ext cx="11634134" cy="1472082"/>
            <a:chOff x="15095" y="0"/>
            <a:chExt cx="15512178" cy="1962776"/>
          </a:xfrm>
        </p:grpSpPr>
        <p:cxnSp>
          <p:nvCxnSpPr>
            <p:cNvPr id="233" name="Google Shape;233;p6"/>
            <p:cNvCxnSpPr/>
            <p:nvPr/>
          </p:nvCxnSpPr>
          <p:spPr>
            <a:xfrm flipH="1" rot="10800000">
              <a:off x="19050" y="999105"/>
              <a:ext cx="5173" cy="963671"/>
            </a:xfrm>
            <a:prstGeom prst="straightConnector1">
              <a:avLst/>
            </a:prstGeom>
            <a:noFill/>
            <a:ln cap="flat" cmpd="sng" w="38100">
              <a:solidFill>
                <a:srgbClr val="000000"/>
              </a:solidFill>
              <a:prstDash val="solid"/>
              <a:round/>
              <a:headEnd len="sm" w="sm" type="none"/>
              <a:tailEnd len="sm" w="sm" type="none"/>
            </a:ln>
          </p:spPr>
        </p:cxnSp>
        <p:cxnSp>
          <p:nvCxnSpPr>
            <p:cNvPr id="234" name="Google Shape;234;p6"/>
            <p:cNvCxnSpPr/>
            <p:nvPr/>
          </p:nvCxnSpPr>
          <p:spPr>
            <a:xfrm flipH="1" rot="10800000">
              <a:off x="5222984" y="999105"/>
              <a:ext cx="5173" cy="963671"/>
            </a:xfrm>
            <a:prstGeom prst="straightConnector1">
              <a:avLst/>
            </a:prstGeom>
            <a:noFill/>
            <a:ln cap="flat" cmpd="sng" w="38100">
              <a:solidFill>
                <a:srgbClr val="000000"/>
              </a:solidFill>
              <a:prstDash val="solid"/>
              <a:round/>
              <a:headEnd len="sm" w="sm" type="none"/>
              <a:tailEnd len="sm" w="sm" type="none"/>
            </a:ln>
          </p:spPr>
        </p:cxnSp>
        <p:cxnSp>
          <p:nvCxnSpPr>
            <p:cNvPr id="235" name="Google Shape;235;p6"/>
            <p:cNvCxnSpPr/>
            <p:nvPr/>
          </p:nvCxnSpPr>
          <p:spPr>
            <a:xfrm rot="10800000">
              <a:off x="7826041" y="0"/>
              <a:ext cx="0" cy="998383"/>
            </a:xfrm>
            <a:prstGeom prst="straightConnector1">
              <a:avLst/>
            </a:prstGeom>
            <a:noFill/>
            <a:ln cap="flat" cmpd="sng" w="38100">
              <a:solidFill>
                <a:srgbClr val="000000"/>
              </a:solidFill>
              <a:prstDash val="solid"/>
              <a:round/>
              <a:headEnd len="sm" w="sm" type="none"/>
              <a:tailEnd len="sm" w="sm" type="none"/>
            </a:ln>
          </p:spPr>
        </p:cxnSp>
        <p:cxnSp>
          <p:nvCxnSpPr>
            <p:cNvPr id="236" name="Google Shape;236;p6"/>
            <p:cNvCxnSpPr/>
            <p:nvPr/>
          </p:nvCxnSpPr>
          <p:spPr>
            <a:xfrm>
              <a:off x="15095" y="998744"/>
              <a:ext cx="15501382" cy="0"/>
            </a:xfrm>
            <a:prstGeom prst="straightConnector1">
              <a:avLst/>
            </a:prstGeom>
            <a:noFill/>
            <a:ln cap="flat" cmpd="sng" w="38100">
              <a:solidFill>
                <a:srgbClr val="000000"/>
              </a:solidFill>
              <a:prstDash val="solid"/>
              <a:round/>
              <a:headEnd len="sm" w="sm" type="none"/>
              <a:tailEnd len="sm" w="sm" type="none"/>
            </a:ln>
          </p:spPr>
        </p:cxnSp>
        <p:cxnSp>
          <p:nvCxnSpPr>
            <p:cNvPr id="237" name="Google Shape;237;p6"/>
            <p:cNvCxnSpPr/>
            <p:nvPr/>
          </p:nvCxnSpPr>
          <p:spPr>
            <a:xfrm rot="10800000">
              <a:off x="10372932" y="999105"/>
              <a:ext cx="3654" cy="963671"/>
            </a:xfrm>
            <a:prstGeom prst="straightConnector1">
              <a:avLst/>
            </a:prstGeom>
            <a:noFill/>
            <a:ln cap="flat" cmpd="sng" w="38100">
              <a:solidFill>
                <a:srgbClr val="000000"/>
              </a:solidFill>
              <a:prstDash val="solid"/>
              <a:round/>
              <a:headEnd len="sm" w="sm" type="none"/>
              <a:tailEnd len="sm" w="sm" type="none"/>
            </a:ln>
          </p:spPr>
        </p:cxnSp>
        <p:cxnSp>
          <p:nvCxnSpPr>
            <p:cNvPr id="238" name="Google Shape;238;p6"/>
            <p:cNvCxnSpPr/>
            <p:nvPr/>
          </p:nvCxnSpPr>
          <p:spPr>
            <a:xfrm rot="10800000">
              <a:off x="15516477" y="999105"/>
              <a:ext cx="10796" cy="963671"/>
            </a:xfrm>
            <a:prstGeom prst="straightConnector1">
              <a:avLst/>
            </a:prstGeom>
            <a:noFill/>
            <a:ln cap="flat" cmpd="sng" w="38100">
              <a:solidFill>
                <a:srgbClr val="000000"/>
              </a:solidFill>
              <a:prstDash val="solid"/>
              <a:round/>
              <a:headEnd len="sm" w="sm" type="none"/>
              <a:tailEnd len="sm" w="sm" type="none"/>
            </a:ln>
          </p:spPr>
        </p:cxnSp>
      </p:grpSp>
      <p:grpSp>
        <p:nvGrpSpPr>
          <p:cNvPr id="239" name="Google Shape;239;p6"/>
          <p:cNvGrpSpPr/>
          <p:nvPr/>
        </p:nvGrpSpPr>
        <p:grpSpPr>
          <a:xfrm>
            <a:off x="1530369" y="5798010"/>
            <a:ext cx="3474509" cy="1484170"/>
            <a:chOff x="0" y="-38100"/>
            <a:chExt cx="914818" cy="390773"/>
          </a:xfrm>
        </p:grpSpPr>
        <p:sp>
          <p:nvSpPr>
            <p:cNvPr id="240" name="Google Shape;240;p6"/>
            <p:cNvSpPr/>
            <p:nvPr/>
          </p:nvSpPr>
          <p:spPr>
            <a:xfrm>
              <a:off x="0" y="0"/>
              <a:ext cx="914818" cy="352673"/>
            </a:xfrm>
            <a:custGeom>
              <a:rect b="b" l="l" r="r" t="t"/>
              <a:pathLst>
                <a:path extrusionOk="0" h="352673" w="914818">
                  <a:moveTo>
                    <a:pt x="113638" y="0"/>
                  </a:moveTo>
                  <a:lnTo>
                    <a:pt x="801180" y="0"/>
                  </a:lnTo>
                  <a:cubicBezTo>
                    <a:pt x="831318" y="0"/>
                    <a:pt x="860223" y="11973"/>
                    <a:pt x="881534" y="33284"/>
                  </a:cubicBezTo>
                  <a:cubicBezTo>
                    <a:pt x="902845" y="54595"/>
                    <a:pt x="914818" y="83500"/>
                    <a:pt x="914818" y="113638"/>
                  </a:cubicBezTo>
                  <a:lnTo>
                    <a:pt x="914818" y="239035"/>
                  </a:lnTo>
                  <a:cubicBezTo>
                    <a:pt x="914818" y="301796"/>
                    <a:pt x="863940" y="352673"/>
                    <a:pt x="801180" y="352673"/>
                  </a:cubicBezTo>
                  <a:lnTo>
                    <a:pt x="113638" y="352673"/>
                  </a:lnTo>
                  <a:cubicBezTo>
                    <a:pt x="83500" y="352673"/>
                    <a:pt x="54595" y="340701"/>
                    <a:pt x="33284" y="319390"/>
                  </a:cubicBezTo>
                  <a:cubicBezTo>
                    <a:pt x="11973" y="298078"/>
                    <a:pt x="0" y="269174"/>
                    <a:pt x="0" y="239035"/>
                  </a:cubicBezTo>
                  <a:lnTo>
                    <a:pt x="0" y="113638"/>
                  </a:lnTo>
                  <a:cubicBezTo>
                    <a:pt x="0" y="83500"/>
                    <a:pt x="11973" y="54595"/>
                    <a:pt x="33284" y="33284"/>
                  </a:cubicBezTo>
                  <a:cubicBezTo>
                    <a:pt x="54595" y="11973"/>
                    <a:pt x="83500" y="0"/>
                    <a:pt x="113638" y="0"/>
                  </a:cubicBezTo>
                  <a:close/>
                </a:path>
              </a:pathLst>
            </a:custGeom>
            <a:solidFill>
              <a:srgbClr val="EDC0C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rebuchet MS"/>
                <a:ea typeface="Trebuchet MS"/>
                <a:cs typeface="Trebuchet MS"/>
                <a:sym typeface="Trebuchet MS"/>
              </a:endParaRPr>
            </a:p>
          </p:txBody>
        </p:sp>
        <p:sp>
          <p:nvSpPr>
            <p:cNvPr id="241" name="Google Shape;241;p6"/>
            <p:cNvSpPr txBox="1"/>
            <p:nvPr/>
          </p:nvSpPr>
          <p:spPr>
            <a:xfrm>
              <a:off x="0" y="-38100"/>
              <a:ext cx="914818" cy="390773"/>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Clr>
                  <a:srgbClr val="010204"/>
                </a:buClr>
                <a:buSzPts val="2199"/>
                <a:buFont typeface="Arial"/>
                <a:buNone/>
              </a:pPr>
              <a:r>
                <a:rPr b="0" i="0" lang="en-US" sz="2199" u="none" cap="none" strike="noStrike">
                  <a:solidFill>
                    <a:srgbClr val="010204"/>
                  </a:solidFill>
                  <a:latin typeface="Arial"/>
                  <a:ea typeface="Arial"/>
                  <a:cs typeface="Arial"/>
                  <a:sym typeface="Arial"/>
                </a:rPr>
                <a:t>Máquina de Turing</a:t>
              </a:r>
              <a:endParaRPr sz="1800">
                <a:solidFill>
                  <a:schemeClr val="dk1"/>
                </a:solidFill>
                <a:latin typeface="Trebuchet MS"/>
                <a:ea typeface="Trebuchet MS"/>
                <a:cs typeface="Trebuchet MS"/>
                <a:sym typeface="Trebuchet MS"/>
              </a:endParaRPr>
            </a:p>
          </p:txBody>
        </p:sp>
      </p:grpSp>
      <p:grpSp>
        <p:nvGrpSpPr>
          <p:cNvPr id="242" name="Google Shape;242;p6"/>
          <p:cNvGrpSpPr/>
          <p:nvPr/>
        </p:nvGrpSpPr>
        <p:grpSpPr>
          <a:xfrm>
            <a:off x="5443973" y="5798010"/>
            <a:ext cx="3474509" cy="1484170"/>
            <a:chOff x="0" y="-38100"/>
            <a:chExt cx="914818" cy="390773"/>
          </a:xfrm>
        </p:grpSpPr>
        <p:sp>
          <p:nvSpPr>
            <p:cNvPr id="243" name="Google Shape;243;p6"/>
            <p:cNvSpPr/>
            <p:nvPr/>
          </p:nvSpPr>
          <p:spPr>
            <a:xfrm>
              <a:off x="0" y="0"/>
              <a:ext cx="914818" cy="352673"/>
            </a:xfrm>
            <a:custGeom>
              <a:rect b="b" l="l" r="r" t="t"/>
              <a:pathLst>
                <a:path extrusionOk="0" h="352673" w="914818">
                  <a:moveTo>
                    <a:pt x="113638" y="0"/>
                  </a:moveTo>
                  <a:lnTo>
                    <a:pt x="801180" y="0"/>
                  </a:lnTo>
                  <a:cubicBezTo>
                    <a:pt x="831318" y="0"/>
                    <a:pt x="860223" y="11973"/>
                    <a:pt x="881534" y="33284"/>
                  </a:cubicBezTo>
                  <a:cubicBezTo>
                    <a:pt x="902845" y="54595"/>
                    <a:pt x="914818" y="83500"/>
                    <a:pt x="914818" y="113638"/>
                  </a:cubicBezTo>
                  <a:lnTo>
                    <a:pt x="914818" y="239035"/>
                  </a:lnTo>
                  <a:cubicBezTo>
                    <a:pt x="914818" y="301796"/>
                    <a:pt x="863940" y="352673"/>
                    <a:pt x="801180" y="352673"/>
                  </a:cubicBezTo>
                  <a:lnTo>
                    <a:pt x="113638" y="352673"/>
                  </a:lnTo>
                  <a:cubicBezTo>
                    <a:pt x="83500" y="352673"/>
                    <a:pt x="54595" y="340701"/>
                    <a:pt x="33284" y="319390"/>
                  </a:cubicBezTo>
                  <a:cubicBezTo>
                    <a:pt x="11973" y="298078"/>
                    <a:pt x="0" y="269174"/>
                    <a:pt x="0" y="239035"/>
                  </a:cubicBezTo>
                  <a:lnTo>
                    <a:pt x="0" y="113638"/>
                  </a:lnTo>
                  <a:cubicBezTo>
                    <a:pt x="0" y="83500"/>
                    <a:pt x="11973" y="54595"/>
                    <a:pt x="33284" y="33284"/>
                  </a:cubicBezTo>
                  <a:cubicBezTo>
                    <a:pt x="54595" y="11973"/>
                    <a:pt x="83500" y="0"/>
                    <a:pt x="113638" y="0"/>
                  </a:cubicBezTo>
                  <a:close/>
                </a:path>
              </a:pathLst>
            </a:custGeom>
            <a:solidFill>
              <a:srgbClr val="D5D8B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rebuchet MS"/>
                <a:ea typeface="Trebuchet MS"/>
                <a:cs typeface="Trebuchet MS"/>
                <a:sym typeface="Trebuchet MS"/>
              </a:endParaRPr>
            </a:p>
          </p:txBody>
        </p:sp>
        <p:sp>
          <p:nvSpPr>
            <p:cNvPr id="244" name="Google Shape;244;p6"/>
            <p:cNvSpPr txBox="1"/>
            <p:nvPr/>
          </p:nvSpPr>
          <p:spPr>
            <a:xfrm>
              <a:off x="0" y="-38100"/>
              <a:ext cx="914818" cy="390773"/>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Clr>
                  <a:srgbClr val="010204"/>
                </a:buClr>
                <a:buSzPts val="2199"/>
                <a:buFont typeface="Arial"/>
                <a:buNone/>
              </a:pPr>
              <a:r>
                <a:rPr b="0" i="0" lang="en-US" sz="2199" u="none" cap="none" strike="noStrike">
                  <a:solidFill>
                    <a:srgbClr val="010204"/>
                  </a:solidFill>
                  <a:latin typeface="Arial"/>
                  <a:ea typeface="Arial"/>
                  <a:cs typeface="Arial"/>
                  <a:sym typeface="Arial"/>
                </a:rPr>
                <a:t>Máquina de Turing Acotada</a:t>
              </a:r>
              <a:endParaRPr sz="1800">
                <a:solidFill>
                  <a:schemeClr val="dk1"/>
                </a:solidFill>
                <a:latin typeface="Trebuchet MS"/>
                <a:ea typeface="Trebuchet MS"/>
                <a:cs typeface="Trebuchet MS"/>
                <a:sym typeface="Trebuchet MS"/>
              </a:endParaRPr>
            </a:p>
          </p:txBody>
        </p:sp>
      </p:grpSp>
      <p:grpSp>
        <p:nvGrpSpPr>
          <p:cNvPr id="245" name="Google Shape;245;p6"/>
          <p:cNvGrpSpPr/>
          <p:nvPr/>
        </p:nvGrpSpPr>
        <p:grpSpPr>
          <a:xfrm>
            <a:off x="9356632" y="5798010"/>
            <a:ext cx="3474509" cy="1484170"/>
            <a:chOff x="0" y="-38100"/>
            <a:chExt cx="914818" cy="390773"/>
          </a:xfrm>
        </p:grpSpPr>
        <p:sp>
          <p:nvSpPr>
            <p:cNvPr id="246" name="Google Shape;246;p6"/>
            <p:cNvSpPr/>
            <p:nvPr/>
          </p:nvSpPr>
          <p:spPr>
            <a:xfrm>
              <a:off x="0" y="0"/>
              <a:ext cx="914818" cy="352673"/>
            </a:xfrm>
            <a:custGeom>
              <a:rect b="b" l="l" r="r" t="t"/>
              <a:pathLst>
                <a:path extrusionOk="0" h="352673" w="914818">
                  <a:moveTo>
                    <a:pt x="113638" y="0"/>
                  </a:moveTo>
                  <a:lnTo>
                    <a:pt x="801180" y="0"/>
                  </a:lnTo>
                  <a:cubicBezTo>
                    <a:pt x="831318" y="0"/>
                    <a:pt x="860223" y="11973"/>
                    <a:pt x="881534" y="33284"/>
                  </a:cubicBezTo>
                  <a:cubicBezTo>
                    <a:pt x="902845" y="54595"/>
                    <a:pt x="914818" y="83500"/>
                    <a:pt x="914818" y="113638"/>
                  </a:cubicBezTo>
                  <a:lnTo>
                    <a:pt x="914818" y="239035"/>
                  </a:lnTo>
                  <a:cubicBezTo>
                    <a:pt x="914818" y="301796"/>
                    <a:pt x="863940" y="352673"/>
                    <a:pt x="801180" y="352673"/>
                  </a:cubicBezTo>
                  <a:lnTo>
                    <a:pt x="113638" y="352673"/>
                  </a:lnTo>
                  <a:cubicBezTo>
                    <a:pt x="83500" y="352673"/>
                    <a:pt x="54595" y="340701"/>
                    <a:pt x="33284" y="319390"/>
                  </a:cubicBezTo>
                  <a:cubicBezTo>
                    <a:pt x="11973" y="298078"/>
                    <a:pt x="0" y="269174"/>
                    <a:pt x="0" y="239035"/>
                  </a:cubicBezTo>
                  <a:lnTo>
                    <a:pt x="0" y="113638"/>
                  </a:lnTo>
                  <a:cubicBezTo>
                    <a:pt x="0" y="83500"/>
                    <a:pt x="11973" y="54595"/>
                    <a:pt x="33284" y="33284"/>
                  </a:cubicBezTo>
                  <a:cubicBezTo>
                    <a:pt x="54595" y="11973"/>
                    <a:pt x="83500" y="0"/>
                    <a:pt x="113638" y="0"/>
                  </a:cubicBezTo>
                  <a:close/>
                </a:path>
              </a:pathLst>
            </a:custGeom>
            <a:solidFill>
              <a:srgbClr val="CFAAC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rebuchet MS"/>
                <a:ea typeface="Trebuchet MS"/>
                <a:cs typeface="Trebuchet MS"/>
                <a:sym typeface="Trebuchet MS"/>
              </a:endParaRPr>
            </a:p>
          </p:txBody>
        </p:sp>
        <p:sp>
          <p:nvSpPr>
            <p:cNvPr id="247" name="Google Shape;247;p6"/>
            <p:cNvSpPr txBox="1"/>
            <p:nvPr/>
          </p:nvSpPr>
          <p:spPr>
            <a:xfrm>
              <a:off x="0" y="-38100"/>
              <a:ext cx="914818" cy="390773"/>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Clr>
                  <a:srgbClr val="010204"/>
                </a:buClr>
                <a:buSzPts val="2199"/>
                <a:buFont typeface="Arial"/>
                <a:buNone/>
              </a:pPr>
              <a:r>
                <a:rPr b="0" i="0" lang="en-US" sz="2199" u="none" cap="none" strike="noStrike">
                  <a:solidFill>
                    <a:srgbClr val="010204"/>
                  </a:solidFill>
                  <a:latin typeface="Arial"/>
                  <a:ea typeface="Arial"/>
                  <a:cs typeface="Arial"/>
                  <a:sym typeface="Arial"/>
                </a:rPr>
                <a:t>Autómata de Pila</a:t>
              </a:r>
              <a:endParaRPr sz="1800">
                <a:solidFill>
                  <a:schemeClr val="dk1"/>
                </a:solidFill>
                <a:latin typeface="Trebuchet MS"/>
                <a:ea typeface="Trebuchet MS"/>
                <a:cs typeface="Trebuchet MS"/>
                <a:sym typeface="Trebuchet MS"/>
              </a:endParaRPr>
            </a:p>
          </p:txBody>
        </p:sp>
      </p:grpSp>
      <p:grpSp>
        <p:nvGrpSpPr>
          <p:cNvPr id="248" name="Google Shape;248;p6"/>
          <p:cNvGrpSpPr/>
          <p:nvPr/>
        </p:nvGrpSpPr>
        <p:grpSpPr>
          <a:xfrm>
            <a:off x="13181346" y="5798010"/>
            <a:ext cx="3474509" cy="1484170"/>
            <a:chOff x="0" y="-38100"/>
            <a:chExt cx="914818" cy="390773"/>
          </a:xfrm>
        </p:grpSpPr>
        <p:sp>
          <p:nvSpPr>
            <p:cNvPr id="249" name="Google Shape;249;p6"/>
            <p:cNvSpPr/>
            <p:nvPr/>
          </p:nvSpPr>
          <p:spPr>
            <a:xfrm>
              <a:off x="0" y="0"/>
              <a:ext cx="914818" cy="352673"/>
            </a:xfrm>
            <a:custGeom>
              <a:rect b="b" l="l" r="r" t="t"/>
              <a:pathLst>
                <a:path extrusionOk="0" h="352673" w="914818">
                  <a:moveTo>
                    <a:pt x="113638" y="0"/>
                  </a:moveTo>
                  <a:lnTo>
                    <a:pt x="801180" y="0"/>
                  </a:lnTo>
                  <a:cubicBezTo>
                    <a:pt x="831318" y="0"/>
                    <a:pt x="860223" y="11973"/>
                    <a:pt x="881534" y="33284"/>
                  </a:cubicBezTo>
                  <a:cubicBezTo>
                    <a:pt x="902845" y="54595"/>
                    <a:pt x="914818" y="83500"/>
                    <a:pt x="914818" y="113638"/>
                  </a:cubicBezTo>
                  <a:lnTo>
                    <a:pt x="914818" y="239035"/>
                  </a:lnTo>
                  <a:cubicBezTo>
                    <a:pt x="914818" y="301796"/>
                    <a:pt x="863940" y="352673"/>
                    <a:pt x="801180" y="352673"/>
                  </a:cubicBezTo>
                  <a:lnTo>
                    <a:pt x="113638" y="352673"/>
                  </a:lnTo>
                  <a:cubicBezTo>
                    <a:pt x="83500" y="352673"/>
                    <a:pt x="54595" y="340701"/>
                    <a:pt x="33284" y="319390"/>
                  </a:cubicBezTo>
                  <a:cubicBezTo>
                    <a:pt x="11973" y="298078"/>
                    <a:pt x="0" y="269174"/>
                    <a:pt x="0" y="239035"/>
                  </a:cubicBezTo>
                  <a:lnTo>
                    <a:pt x="0" y="113638"/>
                  </a:lnTo>
                  <a:cubicBezTo>
                    <a:pt x="0" y="83500"/>
                    <a:pt x="11973" y="54595"/>
                    <a:pt x="33284" y="33284"/>
                  </a:cubicBezTo>
                  <a:cubicBezTo>
                    <a:pt x="54595" y="11973"/>
                    <a:pt x="83500" y="0"/>
                    <a:pt x="113638" y="0"/>
                  </a:cubicBezTo>
                  <a:close/>
                </a:path>
              </a:pathLst>
            </a:custGeom>
            <a:solidFill>
              <a:srgbClr val="B6C9DE"/>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rebuchet MS"/>
                <a:ea typeface="Trebuchet MS"/>
                <a:cs typeface="Trebuchet MS"/>
                <a:sym typeface="Trebuchet MS"/>
              </a:endParaRPr>
            </a:p>
          </p:txBody>
        </p:sp>
        <p:sp>
          <p:nvSpPr>
            <p:cNvPr id="250" name="Google Shape;250;p6"/>
            <p:cNvSpPr txBox="1"/>
            <p:nvPr/>
          </p:nvSpPr>
          <p:spPr>
            <a:xfrm>
              <a:off x="0" y="-38100"/>
              <a:ext cx="914818" cy="390773"/>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Clr>
                  <a:srgbClr val="010204"/>
                </a:buClr>
                <a:buSzPts val="2199"/>
                <a:buFont typeface="Arial"/>
                <a:buNone/>
              </a:pPr>
              <a:r>
                <a:rPr b="0" i="0" lang="en-US" sz="2199" u="none" cap="none" strike="noStrike">
                  <a:solidFill>
                    <a:srgbClr val="010204"/>
                  </a:solidFill>
                  <a:latin typeface="Arial"/>
                  <a:ea typeface="Arial"/>
                  <a:cs typeface="Arial"/>
                  <a:sym typeface="Arial"/>
                </a:rPr>
                <a:t>AFD, AFND ó Regex</a:t>
              </a:r>
              <a:endParaRPr sz="1800">
                <a:solidFill>
                  <a:schemeClr val="dk1"/>
                </a:solidFill>
                <a:latin typeface="Trebuchet MS"/>
                <a:ea typeface="Trebuchet MS"/>
                <a:cs typeface="Trebuchet MS"/>
                <a:sym typeface="Trebuchet MS"/>
              </a:endParaRPr>
            </a:p>
          </p:txBody>
        </p:sp>
      </p:grpSp>
      <p:grpSp>
        <p:nvGrpSpPr>
          <p:cNvPr id="251" name="Google Shape;251;p6"/>
          <p:cNvGrpSpPr/>
          <p:nvPr/>
        </p:nvGrpSpPr>
        <p:grpSpPr>
          <a:xfrm>
            <a:off x="1542358" y="7374542"/>
            <a:ext cx="3474509" cy="1549143"/>
            <a:chOff x="0" y="-38100"/>
            <a:chExt cx="914818" cy="407881"/>
          </a:xfrm>
        </p:grpSpPr>
        <p:sp>
          <p:nvSpPr>
            <p:cNvPr id="252" name="Google Shape;252;p6"/>
            <p:cNvSpPr/>
            <p:nvPr/>
          </p:nvSpPr>
          <p:spPr>
            <a:xfrm>
              <a:off x="0" y="0"/>
              <a:ext cx="914818" cy="369781"/>
            </a:xfrm>
            <a:custGeom>
              <a:rect b="b" l="l" r="r" t="t"/>
              <a:pathLst>
                <a:path extrusionOk="0" h="369781" w="914818">
                  <a:moveTo>
                    <a:pt x="113638" y="0"/>
                  </a:moveTo>
                  <a:lnTo>
                    <a:pt x="801180" y="0"/>
                  </a:lnTo>
                  <a:cubicBezTo>
                    <a:pt x="831318" y="0"/>
                    <a:pt x="860223" y="11973"/>
                    <a:pt x="881534" y="33284"/>
                  </a:cubicBezTo>
                  <a:cubicBezTo>
                    <a:pt x="902845" y="54595"/>
                    <a:pt x="914818" y="83500"/>
                    <a:pt x="914818" y="113638"/>
                  </a:cubicBezTo>
                  <a:lnTo>
                    <a:pt x="914818" y="256142"/>
                  </a:lnTo>
                  <a:cubicBezTo>
                    <a:pt x="914818" y="318903"/>
                    <a:pt x="863940" y="369781"/>
                    <a:pt x="801180" y="369781"/>
                  </a:cubicBezTo>
                  <a:lnTo>
                    <a:pt x="113638" y="369781"/>
                  </a:lnTo>
                  <a:cubicBezTo>
                    <a:pt x="83500" y="369781"/>
                    <a:pt x="54595" y="357808"/>
                    <a:pt x="33284" y="336497"/>
                  </a:cubicBezTo>
                  <a:cubicBezTo>
                    <a:pt x="11973" y="315185"/>
                    <a:pt x="0" y="286281"/>
                    <a:pt x="0" y="256142"/>
                  </a:cubicBezTo>
                  <a:lnTo>
                    <a:pt x="0" y="113638"/>
                  </a:lnTo>
                  <a:cubicBezTo>
                    <a:pt x="0" y="83500"/>
                    <a:pt x="11973" y="54595"/>
                    <a:pt x="33284" y="33284"/>
                  </a:cubicBezTo>
                  <a:cubicBezTo>
                    <a:pt x="54595" y="11973"/>
                    <a:pt x="83500" y="0"/>
                    <a:pt x="113638" y="0"/>
                  </a:cubicBezTo>
                  <a:close/>
                </a:path>
              </a:pathLst>
            </a:custGeom>
            <a:solidFill>
              <a:srgbClr val="EDC0C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rebuchet MS"/>
                <a:ea typeface="Trebuchet MS"/>
                <a:cs typeface="Trebuchet MS"/>
                <a:sym typeface="Trebuchet MS"/>
              </a:endParaRPr>
            </a:p>
          </p:txBody>
        </p:sp>
        <p:sp>
          <p:nvSpPr>
            <p:cNvPr id="253" name="Google Shape;253;p6"/>
            <p:cNvSpPr txBox="1"/>
            <p:nvPr/>
          </p:nvSpPr>
          <p:spPr>
            <a:xfrm>
              <a:off x="0" y="-38100"/>
              <a:ext cx="914818" cy="407881"/>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Clr>
                  <a:srgbClr val="010204"/>
                </a:buClr>
                <a:buSzPts val="2199"/>
                <a:buFont typeface="Arial"/>
                <a:buNone/>
              </a:pPr>
              <a:r>
                <a:rPr b="0" i="0" lang="en-US" sz="2199" u="none" cap="none" strike="noStrike">
                  <a:solidFill>
                    <a:srgbClr val="010204"/>
                  </a:solidFill>
                  <a:latin typeface="Arial"/>
                  <a:ea typeface="Arial"/>
                  <a:cs typeface="Arial"/>
                  <a:sym typeface="Arial"/>
                </a:rPr>
                <a:t>Sin Restricción</a:t>
              </a:r>
              <a:endParaRPr sz="1800">
                <a:solidFill>
                  <a:schemeClr val="dk1"/>
                </a:solidFill>
                <a:latin typeface="Trebuchet MS"/>
                <a:ea typeface="Trebuchet MS"/>
                <a:cs typeface="Trebuchet MS"/>
                <a:sym typeface="Trebuchet MS"/>
              </a:endParaRPr>
            </a:p>
          </p:txBody>
        </p:sp>
      </p:grpSp>
      <p:grpSp>
        <p:nvGrpSpPr>
          <p:cNvPr id="254" name="Google Shape;254;p6"/>
          <p:cNvGrpSpPr/>
          <p:nvPr/>
        </p:nvGrpSpPr>
        <p:grpSpPr>
          <a:xfrm>
            <a:off x="5445309" y="7318450"/>
            <a:ext cx="3474509" cy="1605235"/>
            <a:chOff x="0" y="-38100"/>
            <a:chExt cx="914818" cy="422649"/>
          </a:xfrm>
        </p:grpSpPr>
        <p:sp>
          <p:nvSpPr>
            <p:cNvPr id="255" name="Google Shape;255;p6"/>
            <p:cNvSpPr/>
            <p:nvPr/>
          </p:nvSpPr>
          <p:spPr>
            <a:xfrm>
              <a:off x="0" y="0"/>
              <a:ext cx="914818" cy="384549"/>
            </a:xfrm>
            <a:custGeom>
              <a:rect b="b" l="l" r="r" t="t"/>
              <a:pathLst>
                <a:path extrusionOk="0" h="384549" w="914818">
                  <a:moveTo>
                    <a:pt x="113638" y="0"/>
                  </a:moveTo>
                  <a:lnTo>
                    <a:pt x="801180" y="0"/>
                  </a:lnTo>
                  <a:cubicBezTo>
                    <a:pt x="831318" y="0"/>
                    <a:pt x="860223" y="11973"/>
                    <a:pt x="881534" y="33284"/>
                  </a:cubicBezTo>
                  <a:cubicBezTo>
                    <a:pt x="902845" y="54595"/>
                    <a:pt x="914818" y="83500"/>
                    <a:pt x="914818" y="113638"/>
                  </a:cubicBezTo>
                  <a:lnTo>
                    <a:pt x="914818" y="270911"/>
                  </a:lnTo>
                  <a:cubicBezTo>
                    <a:pt x="914818" y="301049"/>
                    <a:pt x="902845" y="329954"/>
                    <a:pt x="881534" y="351265"/>
                  </a:cubicBezTo>
                  <a:cubicBezTo>
                    <a:pt x="860223" y="372576"/>
                    <a:pt x="831318" y="384549"/>
                    <a:pt x="801180" y="384549"/>
                  </a:cubicBezTo>
                  <a:lnTo>
                    <a:pt x="113638" y="384549"/>
                  </a:lnTo>
                  <a:cubicBezTo>
                    <a:pt x="50878" y="384549"/>
                    <a:pt x="0" y="333671"/>
                    <a:pt x="0" y="270911"/>
                  </a:cubicBezTo>
                  <a:lnTo>
                    <a:pt x="0" y="113638"/>
                  </a:lnTo>
                  <a:cubicBezTo>
                    <a:pt x="0" y="83500"/>
                    <a:pt x="11973" y="54595"/>
                    <a:pt x="33284" y="33284"/>
                  </a:cubicBezTo>
                  <a:cubicBezTo>
                    <a:pt x="54595" y="11973"/>
                    <a:pt x="83500" y="0"/>
                    <a:pt x="113638" y="0"/>
                  </a:cubicBezTo>
                  <a:close/>
                </a:path>
              </a:pathLst>
            </a:custGeom>
            <a:solidFill>
              <a:srgbClr val="D5D8B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rebuchet MS"/>
                <a:ea typeface="Trebuchet MS"/>
                <a:cs typeface="Trebuchet MS"/>
                <a:sym typeface="Trebuchet MS"/>
              </a:endParaRPr>
            </a:p>
          </p:txBody>
        </p:sp>
        <p:sp>
          <p:nvSpPr>
            <p:cNvPr id="256" name="Google Shape;256;p6"/>
            <p:cNvSpPr txBox="1"/>
            <p:nvPr/>
          </p:nvSpPr>
          <p:spPr>
            <a:xfrm>
              <a:off x="0" y="-38100"/>
              <a:ext cx="914818" cy="422649"/>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Clr>
                  <a:srgbClr val="010204"/>
                </a:buClr>
                <a:buSzPts val="2199"/>
                <a:buFont typeface="Arial"/>
                <a:buNone/>
              </a:pPr>
              <a:r>
                <a:rPr b="0" i="0" lang="en-US" sz="2199" u="none" cap="none" strike="noStrike">
                  <a:solidFill>
                    <a:srgbClr val="010204"/>
                  </a:solidFill>
                  <a:latin typeface="Arial"/>
                  <a:ea typeface="Arial"/>
                  <a:cs typeface="Arial"/>
                  <a:sym typeface="Arial"/>
                </a:rPr>
                <a:t>Sensible al Contexto</a:t>
              </a:r>
              <a:endParaRPr sz="1800">
                <a:solidFill>
                  <a:schemeClr val="dk1"/>
                </a:solidFill>
                <a:latin typeface="Trebuchet MS"/>
                <a:ea typeface="Trebuchet MS"/>
                <a:cs typeface="Trebuchet MS"/>
                <a:sym typeface="Trebuchet MS"/>
              </a:endParaRPr>
            </a:p>
          </p:txBody>
        </p:sp>
      </p:grpSp>
      <p:grpSp>
        <p:nvGrpSpPr>
          <p:cNvPr id="257" name="Google Shape;257;p6"/>
          <p:cNvGrpSpPr/>
          <p:nvPr/>
        </p:nvGrpSpPr>
        <p:grpSpPr>
          <a:xfrm>
            <a:off x="9371386" y="7318450"/>
            <a:ext cx="3474509" cy="1605235"/>
            <a:chOff x="0" y="-38100"/>
            <a:chExt cx="914818" cy="422649"/>
          </a:xfrm>
        </p:grpSpPr>
        <p:sp>
          <p:nvSpPr>
            <p:cNvPr id="258" name="Google Shape;258;p6"/>
            <p:cNvSpPr/>
            <p:nvPr/>
          </p:nvSpPr>
          <p:spPr>
            <a:xfrm>
              <a:off x="0" y="0"/>
              <a:ext cx="914818" cy="384549"/>
            </a:xfrm>
            <a:custGeom>
              <a:rect b="b" l="l" r="r" t="t"/>
              <a:pathLst>
                <a:path extrusionOk="0" h="384549" w="914818">
                  <a:moveTo>
                    <a:pt x="113638" y="0"/>
                  </a:moveTo>
                  <a:lnTo>
                    <a:pt x="801180" y="0"/>
                  </a:lnTo>
                  <a:cubicBezTo>
                    <a:pt x="831318" y="0"/>
                    <a:pt x="860223" y="11973"/>
                    <a:pt x="881534" y="33284"/>
                  </a:cubicBezTo>
                  <a:cubicBezTo>
                    <a:pt x="902845" y="54595"/>
                    <a:pt x="914818" y="83500"/>
                    <a:pt x="914818" y="113638"/>
                  </a:cubicBezTo>
                  <a:lnTo>
                    <a:pt x="914818" y="270911"/>
                  </a:lnTo>
                  <a:cubicBezTo>
                    <a:pt x="914818" y="301049"/>
                    <a:pt x="902845" y="329954"/>
                    <a:pt x="881534" y="351265"/>
                  </a:cubicBezTo>
                  <a:cubicBezTo>
                    <a:pt x="860223" y="372576"/>
                    <a:pt x="831318" y="384549"/>
                    <a:pt x="801180" y="384549"/>
                  </a:cubicBezTo>
                  <a:lnTo>
                    <a:pt x="113638" y="384549"/>
                  </a:lnTo>
                  <a:cubicBezTo>
                    <a:pt x="50878" y="384549"/>
                    <a:pt x="0" y="333671"/>
                    <a:pt x="0" y="270911"/>
                  </a:cubicBezTo>
                  <a:lnTo>
                    <a:pt x="0" y="113638"/>
                  </a:lnTo>
                  <a:cubicBezTo>
                    <a:pt x="0" y="83500"/>
                    <a:pt x="11973" y="54595"/>
                    <a:pt x="33284" y="33284"/>
                  </a:cubicBezTo>
                  <a:cubicBezTo>
                    <a:pt x="54595" y="11973"/>
                    <a:pt x="83500" y="0"/>
                    <a:pt x="113638" y="0"/>
                  </a:cubicBezTo>
                  <a:close/>
                </a:path>
              </a:pathLst>
            </a:custGeom>
            <a:solidFill>
              <a:srgbClr val="CFAAC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rebuchet MS"/>
                <a:ea typeface="Trebuchet MS"/>
                <a:cs typeface="Trebuchet MS"/>
                <a:sym typeface="Trebuchet MS"/>
              </a:endParaRPr>
            </a:p>
          </p:txBody>
        </p:sp>
        <p:sp>
          <p:nvSpPr>
            <p:cNvPr id="259" name="Google Shape;259;p6"/>
            <p:cNvSpPr txBox="1"/>
            <p:nvPr/>
          </p:nvSpPr>
          <p:spPr>
            <a:xfrm>
              <a:off x="0" y="-38100"/>
              <a:ext cx="914818" cy="422649"/>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Clr>
                  <a:srgbClr val="010204"/>
                </a:buClr>
                <a:buSzPts val="2199"/>
                <a:buFont typeface="Arial"/>
                <a:buNone/>
              </a:pPr>
              <a:r>
                <a:rPr b="0" i="0" lang="en-US" sz="2199" u="none" cap="none" strike="noStrike">
                  <a:solidFill>
                    <a:srgbClr val="010204"/>
                  </a:solidFill>
                  <a:latin typeface="Arial"/>
                  <a:ea typeface="Arial"/>
                  <a:cs typeface="Arial"/>
                  <a:sym typeface="Arial"/>
                </a:rPr>
                <a:t>GramáticaLibre del Contexto</a:t>
              </a:r>
              <a:endParaRPr sz="1800">
                <a:solidFill>
                  <a:schemeClr val="dk1"/>
                </a:solidFill>
                <a:latin typeface="Trebuchet MS"/>
                <a:ea typeface="Trebuchet MS"/>
                <a:cs typeface="Trebuchet MS"/>
                <a:sym typeface="Trebuchet MS"/>
              </a:endParaRPr>
            </a:p>
          </p:txBody>
        </p:sp>
      </p:grpSp>
      <p:grpSp>
        <p:nvGrpSpPr>
          <p:cNvPr id="260" name="Google Shape;260;p6"/>
          <p:cNvGrpSpPr/>
          <p:nvPr/>
        </p:nvGrpSpPr>
        <p:grpSpPr>
          <a:xfrm>
            <a:off x="13181346" y="7318450"/>
            <a:ext cx="3474509" cy="1605235"/>
            <a:chOff x="0" y="-38100"/>
            <a:chExt cx="914818" cy="422649"/>
          </a:xfrm>
        </p:grpSpPr>
        <p:sp>
          <p:nvSpPr>
            <p:cNvPr id="261" name="Google Shape;261;p6"/>
            <p:cNvSpPr/>
            <p:nvPr/>
          </p:nvSpPr>
          <p:spPr>
            <a:xfrm>
              <a:off x="0" y="0"/>
              <a:ext cx="914818" cy="384549"/>
            </a:xfrm>
            <a:custGeom>
              <a:rect b="b" l="l" r="r" t="t"/>
              <a:pathLst>
                <a:path extrusionOk="0" h="384549" w="914818">
                  <a:moveTo>
                    <a:pt x="113638" y="0"/>
                  </a:moveTo>
                  <a:lnTo>
                    <a:pt x="801180" y="0"/>
                  </a:lnTo>
                  <a:cubicBezTo>
                    <a:pt x="831318" y="0"/>
                    <a:pt x="860223" y="11973"/>
                    <a:pt x="881534" y="33284"/>
                  </a:cubicBezTo>
                  <a:cubicBezTo>
                    <a:pt x="902845" y="54595"/>
                    <a:pt x="914818" y="83500"/>
                    <a:pt x="914818" y="113638"/>
                  </a:cubicBezTo>
                  <a:lnTo>
                    <a:pt x="914818" y="270911"/>
                  </a:lnTo>
                  <a:cubicBezTo>
                    <a:pt x="914818" y="301049"/>
                    <a:pt x="902845" y="329954"/>
                    <a:pt x="881534" y="351265"/>
                  </a:cubicBezTo>
                  <a:cubicBezTo>
                    <a:pt x="860223" y="372576"/>
                    <a:pt x="831318" y="384549"/>
                    <a:pt x="801180" y="384549"/>
                  </a:cubicBezTo>
                  <a:lnTo>
                    <a:pt x="113638" y="384549"/>
                  </a:lnTo>
                  <a:cubicBezTo>
                    <a:pt x="50878" y="384549"/>
                    <a:pt x="0" y="333671"/>
                    <a:pt x="0" y="270911"/>
                  </a:cubicBezTo>
                  <a:lnTo>
                    <a:pt x="0" y="113638"/>
                  </a:lnTo>
                  <a:cubicBezTo>
                    <a:pt x="0" y="83500"/>
                    <a:pt x="11973" y="54595"/>
                    <a:pt x="33284" y="33284"/>
                  </a:cubicBezTo>
                  <a:cubicBezTo>
                    <a:pt x="54595" y="11973"/>
                    <a:pt x="83500" y="0"/>
                    <a:pt x="113638" y="0"/>
                  </a:cubicBezTo>
                  <a:close/>
                </a:path>
              </a:pathLst>
            </a:custGeom>
            <a:solidFill>
              <a:srgbClr val="B6C9DE"/>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rebuchet MS"/>
                <a:ea typeface="Trebuchet MS"/>
                <a:cs typeface="Trebuchet MS"/>
                <a:sym typeface="Trebuchet MS"/>
              </a:endParaRPr>
            </a:p>
          </p:txBody>
        </p:sp>
        <p:sp>
          <p:nvSpPr>
            <p:cNvPr id="262" name="Google Shape;262;p6"/>
            <p:cNvSpPr txBox="1"/>
            <p:nvPr/>
          </p:nvSpPr>
          <p:spPr>
            <a:xfrm>
              <a:off x="0" y="-38100"/>
              <a:ext cx="914818" cy="422649"/>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Clr>
                  <a:srgbClr val="010204"/>
                </a:buClr>
                <a:buSzPts val="2199"/>
                <a:buFont typeface="Arial"/>
                <a:buNone/>
              </a:pPr>
              <a:r>
                <a:rPr b="0" i="0" lang="en-US" sz="2199" u="none" cap="none" strike="noStrike">
                  <a:solidFill>
                    <a:srgbClr val="010204"/>
                  </a:solidFill>
                  <a:latin typeface="Arial"/>
                  <a:ea typeface="Arial"/>
                  <a:cs typeface="Arial"/>
                  <a:sym typeface="Arial"/>
                </a:rPr>
                <a:t>Gramática Regular</a:t>
              </a:r>
              <a:endParaRPr sz="1800">
                <a:solidFill>
                  <a:schemeClr val="dk1"/>
                </a:solidFill>
                <a:latin typeface="Trebuchet MS"/>
                <a:ea typeface="Trebuchet MS"/>
                <a:cs typeface="Trebuchet MS"/>
                <a:sym typeface="Trebuchet MS"/>
              </a:endParaRPr>
            </a:p>
          </p:txBody>
        </p:sp>
      </p:grpSp>
      <p:grpSp>
        <p:nvGrpSpPr>
          <p:cNvPr id="263" name="Google Shape;263;p6"/>
          <p:cNvGrpSpPr/>
          <p:nvPr/>
        </p:nvGrpSpPr>
        <p:grpSpPr>
          <a:xfrm>
            <a:off x="9356632" y="8955982"/>
            <a:ext cx="3474509" cy="818879"/>
            <a:chOff x="0" y="-38100"/>
            <a:chExt cx="914818" cy="215606"/>
          </a:xfrm>
        </p:grpSpPr>
        <p:sp>
          <p:nvSpPr>
            <p:cNvPr id="264" name="Google Shape;264;p6"/>
            <p:cNvSpPr/>
            <p:nvPr/>
          </p:nvSpPr>
          <p:spPr>
            <a:xfrm>
              <a:off x="0" y="0"/>
              <a:ext cx="914818" cy="177506"/>
            </a:xfrm>
            <a:custGeom>
              <a:rect b="b" l="l" r="r" t="t"/>
              <a:pathLst>
                <a:path extrusionOk="0" h="177506" w="914818">
                  <a:moveTo>
                    <a:pt x="88753" y="0"/>
                  </a:moveTo>
                  <a:lnTo>
                    <a:pt x="826065" y="0"/>
                  </a:lnTo>
                  <a:cubicBezTo>
                    <a:pt x="849604" y="0"/>
                    <a:pt x="872179" y="9351"/>
                    <a:pt x="888823" y="25995"/>
                  </a:cubicBezTo>
                  <a:cubicBezTo>
                    <a:pt x="905467" y="42640"/>
                    <a:pt x="914818" y="65214"/>
                    <a:pt x="914818" y="88753"/>
                  </a:cubicBezTo>
                  <a:lnTo>
                    <a:pt x="914818" y="88753"/>
                  </a:lnTo>
                  <a:cubicBezTo>
                    <a:pt x="914818" y="137770"/>
                    <a:pt x="875082" y="177506"/>
                    <a:pt x="826065" y="177506"/>
                  </a:cubicBezTo>
                  <a:lnTo>
                    <a:pt x="88753" y="177506"/>
                  </a:lnTo>
                  <a:cubicBezTo>
                    <a:pt x="65214" y="177506"/>
                    <a:pt x="42640" y="168155"/>
                    <a:pt x="25995" y="151511"/>
                  </a:cubicBezTo>
                  <a:cubicBezTo>
                    <a:pt x="9351" y="134866"/>
                    <a:pt x="0" y="112292"/>
                    <a:pt x="0" y="88753"/>
                  </a:cubicBezTo>
                  <a:lnTo>
                    <a:pt x="0" y="88753"/>
                  </a:lnTo>
                  <a:cubicBezTo>
                    <a:pt x="0" y="65214"/>
                    <a:pt x="9351" y="42640"/>
                    <a:pt x="25995" y="25995"/>
                  </a:cubicBezTo>
                  <a:cubicBezTo>
                    <a:pt x="42640" y="9351"/>
                    <a:pt x="65214" y="0"/>
                    <a:pt x="88753" y="0"/>
                  </a:cubicBezTo>
                  <a:close/>
                </a:path>
              </a:pathLst>
            </a:custGeom>
            <a:solidFill>
              <a:srgbClr val="CFAAC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rebuchet MS"/>
                <a:ea typeface="Trebuchet MS"/>
                <a:cs typeface="Trebuchet MS"/>
                <a:sym typeface="Trebuchet MS"/>
              </a:endParaRPr>
            </a:p>
          </p:txBody>
        </p:sp>
        <p:sp>
          <p:nvSpPr>
            <p:cNvPr id="265" name="Google Shape;265;p6"/>
            <p:cNvSpPr txBox="1"/>
            <p:nvPr/>
          </p:nvSpPr>
          <p:spPr>
            <a:xfrm>
              <a:off x="0" y="-38100"/>
              <a:ext cx="914818" cy="215606"/>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Clr>
                  <a:srgbClr val="010204"/>
                </a:buClr>
                <a:buSzPts val="2199"/>
                <a:buFont typeface="Arial"/>
                <a:buNone/>
              </a:pPr>
              <a:r>
                <a:rPr b="0" i="0" lang="en-US" sz="2199" u="none" cap="none" strike="noStrike">
                  <a:solidFill>
                    <a:srgbClr val="010204"/>
                  </a:solidFill>
                  <a:latin typeface="Arial"/>
                  <a:ea typeface="Arial"/>
                  <a:cs typeface="Arial"/>
                  <a:sym typeface="Arial"/>
                </a:rPr>
                <a:t>Parser</a:t>
              </a:r>
              <a:endParaRPr sz="1800">
                <a:solidFill>
                  <a:schemeClr val="dk1"/>
                </a:solidFill>
                <a:latin typeface="Trebuchet MS"/>
                <a:ea typeface="Trebuchet MS"/>
                <a:cs typeface="Trebuchet MS"/>
                <a:sym typeface="Trebuchet MS"/>
              </a:endParaRPr>
            </a:p>
          </p:txBody>
        </p:sp>
      </p:grpSp>
      <p:grpSp>
        <p:nvGrpSpPr>
          <p:cNvPr id="266" name="Google Shape;266;p6"/>
          <p:cNvGrpSpPr/>
          <p:nvPr/>
        </p:nvGrpSpPr>
        <p:grpSpPr>
          <a:xfrm>
            <a:off x="2563742" y="450023"/>
            <a:ext cx="13160517" cy="1278212"/>
            <a:chOff x="0" y="-85725"/>
            <a:chExt cx="3463756" cy="336416"/>
          </a:xfrm>
        </p:grpSpPr>
        <p:sp>
          <p:nvSpPr>
            <p:cNvPr id="267" name="Google Shape;267;p6"/>
            <p:cNvSpPr/>
            <p:nvPr/>
          </p:nvSpPr>
          <p:spPr>
            <a:xfrm>
              <a:off x="0" y="0"/>
              <a:ext cx="3463756" cy="250691"/>
            </a:xfrm>
            <a:custGeom>
              <a:rect b="b" l="l" r="r" t="t"/>
              <a:pathLst>
                <a:path extrusionOk="0" h="250691" w="3463756">
                  <a:moveTo>
                    <a:pt x="30002" y="0"/>
                  </a:moveTo>
                  <a:lnTo>
                    <a:pt x="3433754" y="0"/>
                  </a:lnTo>
                  <a:cubicBezTo>
                    <a:pt x="3441711" y="0"/>
                    <a:pt x="3449342" y="3161"/>
                    <a:pt x="3454969" y="8787"/>
                  </a:cubicBezTo>
                  <a:cubicBezTo>
                    <a:pt x="3460595" y="14414"/>
                    <a:pt x="3463756" y="22045"/>
                    <a:pt x="3463756" y="30002"/>
                  </a:cubicBezTo>
                  <a:lnTo>
                    <a:pt x="3463756" y="220690"/>
                  </a:lnTo>
                  <a:cubicBezTo>
                    <a:pt x="3463756" y="237259"/>
                    <a:pt x="3450324" y="250691"/>
                    <a:pt x="3433754" y="250691"/>
                  </a:cubicBezTo>
                  <a:lnTo>
                    <a:pt x="30002" y="250691"/>
                  </a:lnTo>
                  <a:cubicBezTo>
                    <a:pt x="22045" y="250691"/>
                    <a:pt x="14414" y="247530"/>
                    <a:pt x="8787" y="241904"/>
                  </a:cubicBezTo>
                  <a:cubicBezTo>
                    <a:pt x="3161" y="236278"/>
                    <a:pt x="0" y="228646"/>
                    <a:pt x="0" y="220690"/>
                  </a:cubicBezTo>
                  <a:lnTo>
                    <a:pt x="0" y="30002"/>
                  </a:lnTo>
                  <a:cubicBezTo>
                    <a:pt x="0" y="13432"/>
                    <a:pt x="13432" y="0"/>
                    <a:pt x="30002" y="0"/>
                  </a:cubicBezTo>
                  <a:close/>
                </a:path>
              </a:pathLst>
            </a:custGeom>
            <a:solidFill>
              <a:srgbClr val="F1F1F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rebuchet MS"/>
                <a:ea typeface="Trebuchet MS"/>
                <a:cs typeface="Trebuchet MS"/>
                <a:sym typeface="Trebuchet MS"/>
              </a:endParaRPr>
            </a:p>
          </p:txBody>
        </p:sp>
        <p:sp>
          <p:nvSpPr>
            <p:cNvPr id="268" name="Google Shape;268;p6"/>
            <p:cNvSpPr txBox="1"/>
            <p:nvPr/>
          </p:nvSpPr>
          <p:spPr>
            <a:xfrm>
              <a:off x="0" y="-85725"/>
              <a:ext cx="3463756" cy="336416"/>
            </a:xfrm>
            <a:prstGeom prst="rect">
              <a:avLst/>
            </a:prstGeom>
            <a:noFill/>
            <a:ln>
              <a:noFill/>
            </a:ln>
          </p:spPr>
          <p:txBody>
            <a:bodyPr anchorCtr="0" anchor="ctr" bIns="50800" lIns="50800" spcFirstLastPara="1" rIns="50800" wrap="square" tIns="50800">
              <a:noAutofit/>
            </a:bodyPr>
            <a:lstStyle/>
            <a:p>
              <a:pPr indent="0" lvl="0" marL="0" marR="0" rtl="0" algn="ctr">
                <a:lnSpc>
                  <a:spcPct val="140009"/>
                </a:lnSpc>
                <a:spcBef>
                  <a:spcPts val="0"/>
                </a:spcBef>
                <a:spcAft>
                  <a:spcPts val="0"/>
                </a:spcAft>
                <a:buClr>
                  <a:srgbClr val="010204"/>
                </a:buClr>
                <a:buSzPts val="4199"/>
                <a:buFont typeface="Arial"/>
                <a:buNone/>
              </a:pPr>
              <a:r>
                <a:rPr b="1" i="0" lang="en-US" sz="4199" u="none" cap="none" strike="noStrike">
                  <a:solidFill>
                    <a:srgbClr val="010204"/>
                  </a:solidFill>
                  <a:latin typeface="Arial"/>
                  <a:ea typeface="Arial"/>
                  <a:cs typeface="Arial"/>
                  <a:sym typeface="Arial"/>
                </a:rPr>
                <a:t>TIPOS DE LENGUAJES FORMALES</a:t>
              </a:r>
              <a:endParaRPr sz="1800">
                <a:solidFill>
                  <a:schemeClr val="dk1"/>
                </a:solidFill>
                <a:latin typeface="Trebuchet MS"/>
                <a:ea typeface="Trebuchet MS"/>
                <a:cs typeface="Trebuchet MS"/>
                <a:sym typeface="Trebuchet MS"/>
              </a:endParaRPr>
            </a:p>
          </p:txBody>
        </p:sp>
      </p:grpSp>
      <p:grpSp>
        <p:nvGrpSpPr>
          <p:cNvPr id="269" name="Google Shape;269;p6"/>
          <p:cNvGrpSpPr/>
          <p:nvPr/>
        </p:nvGrpSpPr>
        <p:grpSpPr>
          <a:xfrm>
            <a:off x="13181346" y="8955982"/>
            <a:ext cx="3474509" cy="818879"/>
            <a:chOff x="0" y="-38100"/>
            <a:chExt cx="914818" cy="215606"/>
          </a:xfrm>
        </p:grpSpPr>
        <p:sp>
          <p:nvSpPr>
            <p:cNvPr id="270" name="Google Shape;270;p6"/>
            <p:cNvSpPr/>
            <p:nvPr/>
          </p:nvSpPr>
          <p:spPr>
            <a:xfrm>
              <a:off x="0" y="0"/>
              <a:ext cx="914818" cy="177506"/>
            </a:xfrm>
            <a:custGeom>
              <a:rect b="b" l="l" r="r" t="t"/>
              <a:pathLst>
                <a:path extrusionOk="0" h="177506" w="914818">
                  <a:moveTo>
                    <a:pt x="88753" y="0"/>
                  </a:moveTo>
                  <a:lnTo>
                    <a:pt x="826065" y="0"/>
                  </a:lnTo>
                  <a:cubicBezTo>
                    <a:pt x="849604" y="0"/>
                    <a:pt x="872179" y="9351"/>
                    <a:pt x="888823" y="25995"/>
                  </a:cubicBezTo>
                  <a:cubicBezTo>
                    <a:pt x="905467" y="42640"/>
                    <a:pt x="914818" y="65214"/>
                    <a:pt x="914818" y="88753"/>
                  </a:cubicBezTo>
                  <a:lnTo>
                    <a:pt x="914818" y="88753"/>
                  </a:lnTo>
                  <a:cubicBezTo>
                    <a:pt x="914818" y="137770"/>
                    <a:pt x="875082" y="177506"/>
                    <a:pt x="826065" y="177506"/>
                  </a:cubicBezTo>
                  <a:lnTo>
                    <a:pt x="88753" y="177506"/>
                  </a:lnTo>
                  <a:cubicBezTo>
                    <a:pt x="65214" y="177506"/>
                    <a:pt x="42640" y="168155"/>
                    <a:pt x="25995" y="151511"/>
                  </a:cubicBezTo>
                  <a:cubicBezTo>
                    <a:pt x="9351" y="134866"/>
                    <a:pt x="0" y="112292"/>
                    <a:pt x="0" y="88753"/>
                  </a:cubicBezTo>
                  <a:lnTo>
                    <a:pt x="0" y="88753"/>
                  </a:lnTo>
                  <a:cubicBezTo>
                    <a:pt x="0" y="65214"/>
                    <a:pt x="9351" y="42640"/>
                    <a:pt x="25995" y="25995"/>
                  </a:cubicBezTo>
                  <a:cubicBezTo>
                    <a:pt x="42640" y="9351"/>
                    <a:pt x="65214" y="0"/>
                    <a:pt x="88753" y="0"/>
                  </a:cubicBezTo>
                  <a:close/>
                </a:path>
              </a:pathLst>
            </a:custGeom>
            <a:solidFill>
              <a:srgbClr val="B6C9DE"/>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rebuchet MS"/>
                <a:ea typeface="Trebuchet MS"/>
                <a:cs typeface="Trebuchet MS"/>
                <a:sym typeface="Trebuchet MS"/>
              </a:endParaRPr>
            </a:p>
          </p:txBody>
        </p:sp>
        <p:sp>
          <p:nvSpPr>
            <p:cNvPr id="271" name="Google Shape;271;p6"/>
            <p:cNvSpPr txBox="1"/>
            <p:nvPr/>
          </p:nvSpPr>
          <p:spPr>
            <a:xfrm>
              <a:off x="0" y="-38100"/>
              <a:ext cx="914818" cy="215606"/>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Clr>
                  <a:srgbClr val="010204"/>
                </a:buClr>
                <a:buSzPts val="2199"/>
                <a:buFont typeface="Arial"/>
                <a:buNone/>
              </a:pPr>
              <a:r>
                <a:rPr b="0" i="0" lang="en-US" sz="2199" u="none" cap="none" strike="noStrike">
                  <a:solidFill>
                    <a:srgbClr val="010204"/>
                  </a:solidFill>
                  <a:latin typeface="Arial"/>
                  <a:ea typeface="Arial"/>
                  <a:cs typeface="Arial"/>
                  <a:sym typeface="Arial"/>
                </a:rPr>
                <a:t>Scanner ó Lexer</a:t>
              </a:r>
              <a:endParaRPr sz="1800">
                <a:solidFill>
                  <a:schemeClr val="dk1"/>
                </a:solidFill>
                <a:latin typeface="Trebuchet MS"/>
                <a:ea typeface="Trebuchet MS"/>
                <a:cs typeface="Trebuchet MS"/>
                <a:sym typeface="Trebuchet M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7"/>
          <p:cNvSpPr txBox="1"/>
          <p:nvPr/>
        </p:nvSpPr>
        <p:spPr>
          <a:xfrm>
            <a:off x="1904222" y="1557983"/>
            <a:ext cx="11630208" cy="9207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152540"/>
              </a:buClr>
              <a:buSzPts val="5000"/>
              <a:buFont typeface="Arial"/>
              <a:buNone/>
            </a:pPr>
            <a:r>
              <a:rPr b="0" i="0" lang="en-US" sz="5000" u="none" cap="none" strike="noStrike">
                <a:solidFill>
                  <a:srgbClr val="152540"/>
                </a:solidFill>
                <a:latin typeface="Arial"/>
                <a:ea typeface="Arial"/>
                <a:cs typeface="Arial"/>
                <a:sym typeface="Arial"/>
              </a:rPr>
              <a:t>LENGUAJES DE</a:t>
            </a:r>
            <a:endParaRPr sz="1800">
              <a:solidFill>
                <a:schemeClr val="dk1"/>
              </a:solidFill>
              <a:latin typeface="Trebuchet MS"/>
              <a:ea typeface="Trebuchet MS"/>
              <a:cs typeface="Trebuchet MS"/>
              <a:sym typeface="Trebuchet MS"/>
            </a:endParaRPr>
          </a:p>
        </p:txBody>
      </p:sp>
      <p:sp>
        <p:nvSpPr>
          <p:cNvPr id="277" name="Google Shape;277;p7"/>
          <p:cNvSpPr txBox="1"/>
          <p:nvPr/>
        </p:nvSpPr>
        <p:spPr>
          <a:xfrm>
            <a:off x="1904222" y="3373780"/>
            <a:ext cx="14701023" cy="468644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152540"/>
              </a:buClr>
              <a:buSzPts val="2994"/>
              <a:buFont typeface="Arial"/>
              <a:buNone/>
            </a:pPr>
            <a:r>
              <a:rPr b="0" i="0" lang="en-US" sz="2994" u="none" cap="none" strike="noStrike">
                <a:solidFill>
                  <a:srgbClr val="152540"/>
                </a:solidFill>
                <a:latin typeface="Arial"/>
                <a:ea typeface="Arial"/>
                <a:cs typeface="Arial"/>
                <a:sym typeface="Arial"/>
              </a:rPr>
              <a:t>Un lenguaje de programación es un conjunto de reglas que permiten a los desarrolladores comunicar instrucciones a las computadoras. Los lenguajes de programación son diseñados para ser concisos, fáciles de leer y fáciles de entender por las computadoras y para los humanos.</a:t>
            </a:r>
            <a:endParaRPr sz="1800">
              <a:solidFill>
                <a:schemeClr val="dk1"/>
              </a:solidFill>
              <a:latin typeface="Trebuchet MS"/>
              <a:ea typeface="Trebuchet MS"/>
              <a:cs typeface="Trebuchet MS"/>
              <a:sym typeface="Trebuchet MS"/>
            </a:endParaRPr>
          </a:p>
          <a:p>
            <a:pPr indent="0" lvl="0" marL="0" marR="0" rtl="0" algn="just">
              <a:lnSpc>
                <a:spcPct val="140013"/>
              </a:lnSpc>
              <a:spcBef>
                <a:spcPts val="0"/>
              </a:spcBef>
              <a:spcAft>
                <a:spcPts val="0"/>
              </a:spcAft>
              <a:buClr>
                <a:schemeClr val="dk1"/>
              </a:buClr>
              <a:buSzPts val="2994"/>
              <a:buFont typeface="Trebuchet MS"/>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Clr>
                <a:srgbClr val="152540"/>
              </a:buClr>
              <a:buSzPts val="2994"/>
              <a:buFont typeface="Arial"/>
              <a:buNone/>
            </a:pPr>
            <a:r>
              <a:rPr b="0" i="0" lang="en-US" sz="2994" u="none" cap="none" strike="noStrike">
                <a:solidFill>
                  <a:srgbClr val="152540"/>
                </a:solidFill>
                <a:latin typeface="Arial"/>
                <a:ea typeface="Arial"/>
                <a:cs typeface="Arial"/>
                <a:sym typeface="Arial"/>
              </a:rPr>
              <a:t>Los lenguajes de programación se utilizan para crear software mediante la escritura de algoritmos e instrucciones, que son programas informáticos que realizan tareas específicas, permitiendo la creación de software y sistemas computacionales.</a:t>
            </a:r>
            <a:endParaRPr sz="1800">
              <a:solidFill>
                <a:schemeClr val="dk1"/>
              </a:solidFill>
              <a:latin typeface="Trebuchet MS"/>
              <a:ea typeface="Trebuchet MS"/>
              <a:cs typeface="Trebuchet MS"/>
              <a:sym typeface="Trebuchet MS"/>
            </a:endParaRPr>
          </a:p>
        </p:txBody>
      </p:sp>
      <p:sp>
        <p:nvSpPr>
          <p:cNvPr id="278" name="Google Shape;278;p7"/>
          <p:cNvSpPr txBox="1"/>
          <p:nvPr/>
        </p:nvSpPr>
        <p:spPr>
          <a:xfrm>
            <a:off x="1904222" y="2454395"/>
            <a:ext cx="9175638" cy="819150"/>
          </a:xfrm>
          <a:prstGeom prst="rect">
            <a:avLst/>
          </a:prstGeom>
          <a:noFill/>
          <a:ln>
            <a:noFill/>
          </a:ln>
        </p:spPr>
        <p:txBody>
          <a:bodyPr anchorCtr="0" anchor="t" bIns="0" lIns="0" spcFirstLastPara="1" rIns="0" wrap="square" tIns="0">
            <a:spAutoFit/>
          </a:bodyPr>
          <a:lstStyle/>
          <a:p>
            <a:pPr indent="0" lvl="0" marL="0" marR="0" rtl="0" algn="l">
              <a:lnSpc>
                <a:spcPct val="139977"/>
              </a:lnSpc>
              <a:spcBef>
                <a:spcPts val="0"/>
              </a:spcBef>
              <a:spcAft>
                <a:spcPts val="0"/>
              </a:spcAft>
              <a:buClr>
                <a:srgbClr val="152540"/>
              </a:buClr>
              <a:buSzPts val="4500"/>
              <a:buFont typeface="Arial"/>
              <a:buNone/>
            </a:pPr>
            <a:r>
              <a:rPr b="0" i="0" lang="en-US" sz="4500" u="none" cap="none" strike="noStrike">
                <a:solidFill>
                  <a:srgbClr val="152540"/>
                </a:solidFill>
                <a:latin typeface="Arial"/>
                <a:ea typeface="Arial"/>
                <a:cs typeface="Arial"/>
                <a:sym typeface="Arial"/>
              </a:rPr>
              <a:t>PROGRAMACIÓN</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grpSp>
        <p:nvGrpSpPr>
          <p:cNvPr id="283" name="Google Shape;283;p8"/>
          <p:cNvGrpSpPr/>
          <p:nvPr/>
        </p:nvGrpSpPr>
        <p:grpSpPr>
          <a:xfrm>
            <a:off x="2689825" y="5592964"/>
            <a:ext cx="1638210" cy="617869"/>
            <a:chOff x="0" y="-19050"/>
            <a:chExt cx="1370946" cy="517067"/>
          </a:xfrm>
        </p:grpSpPr>
        <p:sp>
          <p:nvSpPr>
            <p:cNvPr id="284" name="Google Shape;284;p8"/>
            <p:cNvSpPr/>
            <p:nvPr/>
          </p:nvSpPr>
          <p:spPr>
            <a:xfrm>
              <a:off x="0" y="0"/>
              <a:ext cx="1370946" cy="498017"/>
            </a:xfrm>
            <a:custGeom>
              <a:rect b="b" l="l" r="r" t="t"/>
              <a:pathLst>
                <a:path extrusionOk="0" h="498017" w="1370946">
                  <a:moveTo>
                    <a:pt x="1167746" y="0"/>
                  </a:moveTo>
                  <a:lnTo>
                    <a:pt x="0" y="0"/>
                  </a:lnTo>
                  <a:lnTo>
                    <a:pt x="0" y="498017"/>
                  </a:lnTo>
                  <a:lnTo>
                    <a:pt x="1167746" y="498017"/>
                  </a:lnTo>
                  <a:lnTo>
                    <a:pt x="1370946" y="249008"/>
                  </a:lnTo>
                  <a:lnTo>
                    <a:pt x="1167746" y="0"/>
                  </a:lnTo>
                  <a:close/>
                </a:path>
              </a:pathLst>
            </a:custGeom>
            <a:solidFill>
              <a:srgbClr val="CED5E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85" name="Google Shape;285;p8"/>
            <p:cNvSpPr txBox="1"/>
            <p:nvPr/>
          </p:nvSpPr>
          <p:spPr>
            <a:xfrm>
              <a:off x="0" y="-19050"/>
              <a:ext cx="1256646" cy="517067"/>
            </a:xfrm>
            <a:prstGeom prst="rect">
              <a:avLst/>
            </a:prstGeom>
            <a:noFill/>
            <a:ln>
              <a:noFill/>
            </a:ln>
          </p:spPr>
          <p:txBody>
            <a:bodyPr anchorCtr="0" anchor="ctr" bIns="50800" lIns="50800" spcFirstLastPara="1" rIns="50800" wrap="square" tIns="50800">
              <a:noAutofit/>
            </a:bodyPr>
            <a:lstStyle/>
            <a:p>
              <a:pPr indent="0" lvl="0" marL="0" marR="0" rtl="0" algn="ctr">
                <a:lnSpc>
                  <a:spcPct val="140025"/>
                </a:lnSpc>
                <a:spcBef>
                  <a:spcPts val="0"/>
                </a:spcBef>
                <a:spcAft>
                  <a:spcPts val="0"/>
                </a:spcAft>
                <a:buClr>
                  <a:srgbClr val="000000"/>
                </a:buClr>
                <a:buSzPts val="1599"/>
                <a:buFont typeface="Arial"/>
                <a:buNone/>
              </a:pPr>
              <a:r>
                <a:rPr b="1" i="0" lang="en-US" sz="1599" u="none" cap="none" strike="noStrike">
                  <a:solidFill>
                    <a:srgbClr val="000000"/>
                  </a:solidFill>
                  <a:latin typeface="Arial"/>
                  <a:ea typeface="Arial"/>
                  <a:cs typeface="Arial"/>
                  <a:sym typeface="Arial"/>
                </a:rPr>
                <a:t>1950s</a:t>
              </a:r>
              <a:endParaRPr sz="1800">
                <a:solidFill>
                  <a:schemeClr val="dk1"/>
                </a:solidFill>
                <a:latin typeface="Trebuchet MS"/>
                <a:ea typeface="Trebuchet MS"/>
                <a:cs typeface="Trebuchet MS"/>
                <a:sym typeface="Trebuchet MS"/>
              </a:endParaRPr>
            </a:p>
          </p:txBody>
        </p:sp>
      </p:grpSp>
      <p:grpSp>
        <p:nvGrpSpPr>
          <p:cNvPr id="286" name="Google Shape;286;p8"/>
          <p:cNvGrpSpPr/>
          <p:nvPr/>
        </p:nvGrpSpPr>
        <p:grpSpPr>
          <a:xfrm>
            <a:off x="4183520" y="5592964"/>
            <a:ext cx="1722280" cy="617869"/>
            <a:chOff x="0" y="-19050"/>
            <a:chExt cx="1441300" cy="517067"/>
          </a:xfrm>
        </p:grpSpPr>
        <p:sp>
          <p:nvSpPr>
            <p:cNvPr id="287" name="Google Shape;287;p8"/>
            <p:cNvSpPr/>
            <p:nvPr/>
          </p:nvSpPr>
          <p:spPr>
            <a:xfrm>
              <a:off x="0" y="0"/>
              <a:ext cx="1441300" cy="498017"/>
            </a:xfrm>
            <a:custGeom>
              <a:rect b="b" l="l" r="r" t="t"/>
              <a:pathLst>
                <a:path extrusionOk="0" h="498017" w="1441300">
                  <a:moveTo>
                    <a:pt x="0" y="0"/>
                  </a:moveTo>
                  <a:lnTo>
                    <a:pt x="1238100" y="0"/>
                  </a:lnTo>
                  <a:lnTo>
                    <a:pt x="1441300" y="249008"/>
                  </a:lnTo>
                  <a:lnTo>
                    <a:pt x="1238100" y="498017"/>
                  </a:lnTo>
                  <a:lnTo>
                    <a:pt x="0" y="498017"/>
                  </a:lnTo>
                  <a:lnTo>
                    <a:pt x="203200" y="249008"/>
                  </a:lnTo>
                  <a:lnTo>
                    <a:pt x="0" y="0"/>
                  </a:lnTo>
                  <a:close/>
                </a:path>
              </a:pathLst>
            </a:custGeom>
            <a:solidFill>
              <a:srgbClr val="979B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88" name="Google Shape;288;p8"/>
            <p:cNvSpPr txBox="1"/>
            <p:nvPr/>
          </p:nvSpPr>
          <p:spPr>
            <a:xfrm>
              <a:off x="177800" y="-19050"/>
              <a:ext cx="1187300" cy="517067"/>
            </a:xfrm>
            <a:prstGeom prst="rect">
              <a:avLst/>
            </a:prstGeom>
            <a:noFill/>
            <a:ln>
              <a:noFill/>
            </a:ln>
          </p:spPr>
          <p:txBody>
            <a:bodyPr anchorCtr="0" anchor="ctr" bIns="50800" lIns="50800" spcFirstLastPara="1" rIns="50800" wrap="square" tIns="50800">
              <a:noAutofit/>
            </a:bodyPr>
            <a:lstStyle/>
            <a:p>
              <a:pPr indent="0" lvl="0" marL="0" marR="0" rtl="0" algn="ctr">
                <a:lnSpc>
                  <a:spcPct val="140025"/>
                </a:lnSpc>
                <a:spcBef>
                  <a:spcPts val="0"/>
                </a:spcBef>
                <a:spcAft>
                  <a:spcPts val="0"/>
                </a:spcAft>
                <a:buClr>
                  <a:srgbClr val="000000"/>
                </a:buClr>
                <a:buSzPts val="1599"/>
                <a:buFont typeface="Arial"/>
                <a:buNone/>
              </a:pPr>
              <a:r>
                <a:rPr b="1" i="0" lang="en-US" sz="1599" u="none" cap="none" strike="noStrike">
                  <a:solidFill>
                    <a:srgbClr val="000000"/>
                  </a:solidFill>
                  <a:latin typeface="Arial"/>
                  <a:ea typeface="Arial"/>
                  <a:cs typeface="Arial"/>
                  <a:sym typeface="Arial"/>
                </a:rPr>
                <a:t>1960s</a:t>
              </a:r>
              <a:endParaRPr sz="1800">
                <a:solidFill>
                  <a:schemeClr val="dk1"/>
                </a:solidFill>
                <a:latin typeface="Trebuchet MS"/>
                <a:ea typeface="Trebuchet MS"/>
                <a:cs typeface="Trebuchet MS"/>
                <a:sym typeface="Trebuchet MS"/>
              </a:endParaRPr>
            </a:p>
          </p:txBody>
        </p:sp>
      </p:grpSp>
      <p:grpSp>
        <p:nvGrpSpPr>
          <p:cNvPr id="289" name="Google Shape;289;p8"/>
          <p:cNvGrpSpPr/>
          <p:nvPr/>
        </p:nvGrpSpPr>
        <p:grpSpPr>
          <a:xfrm>
            <a:off x="5761285" y="5592964"/>
            <a:ext cx="1722280" cy="617869"/>
            <a:chOff x="0" y="-19050"/>
            <a:chExt cx="1441300" cy="517067"/>
          </a:xfrm>
        </p:grpSpPr>
        <p:sp>
          <p:nvSpPr>
            <p:cNvPr id="290" name="Google Shape;290;p8"/>
            <p:cNvSpPr/>
            <p:nvPr/>
          </p:nvSpPr>
          <p:spPr>
            <a:xfrm>
              <a:off x="0" y="0"/>
              <a:ext cx="1441300" cy="498017"/>
            </a:xfrm>
            <a:custGeom>
              <a:rect b="b" l="l" r="r" t="t"/>
              <a:pathLst>
                <a:path extrusionOk="0" h="498017" w="1441300">
                  <a:moveTo>
                    <a:pt x="0" y="0"/>
                  </a:moveTo>
                  <a:lnTo>
                    <a:pt x="1238100" y="0"/>
                  </a:lnTo>
                  <a:lnTo>
                    <a:pt x="1441300" y="249008"/>
                  </a:lnTo>
                  <a:lnTo>
                    <a:pt x="1238100" y="498017"/>
                  </a:lnTo>
                  <a:lnTo>
                    <a:pt x="0" y="498017"/>
                  </a:lnTo>
                  <a:lnTo>
                    <a:pt x="203200" y="249008"/>
                  </a:lnTo>
                  <a:lnTo>
                    <a:pt x="0" y="0"/>
                  </a:lnTo>
                  <a:close/>
                </a:path>
              </a:pathLst>
            </a:custGeom>
            <a:solidFill>
              <a:srgbClr val="89E2E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91" name="Google Shape;291;p8"/>
            <p:cNvSpPr txBox="1"/>
            <p:nvPr/>
          </p:nvSpPr>
          <p:spPr>
            <a:xfrm>
              <a:off x="177800" y="-19050"/>
              <a:ext cx="1187300" cy="517067"/>
            </a:xfrm>
            <a:prstGeom prst="rect">
              <a:avLst/>
            </a:prstGeom>
            <a:noFill/>
            <a:ln>
              <a:noFill/>
            </a:ln>
          </p:spPr>
          <p:txBody>
            <a:bodyPr anchorCtr="0" anchor="ctr" bIns="50800" lIns="50800" spcFirstLastPara="1" rIns="50800" wrap="square" tIns="50800">
              <a:noAutofit/>
            </a:bodyPr>
            <a:lstStyle/>
            <a:p>
              <a:pPr indent="0" lvl="0" marL="0" marR="0" rtl="0" algn="ctr">
                <a:lnSpc>
                  <a:spcPct val="140025"/>
                </a:lnSpc>
                <a:spcBef>
                  <a:spcPts val="0"/>
                </a:spcBef>
                <a:spcAft>
                  <a:spcPts val="0"/>
                </a:spcAft>
                <a:buClr>
                  <a:srgbClr val="000000"/>
                </a:buClr>
                <a:buSzPts val="1599"/>
                <a:buFont typeface="Arial"/>
                <a:buNone/>
              </a:pPr>
              <a:r>
                <a:rPr b="1" i="0" lang="en-US" sz="1599" u="none" cap="none" strike="noStrike">
                  <a:solidFill>
                    <a:srgbClr val="000000"/>
                  </a:solidFill>
                  <a:latin typeface="Arial"/>
                  <a:ea typeface="Arial"/>
                  <a:cs typeface="Arial"/>
                  <a:sym typeface="Arial"/>
                </a:rPr>
                <a:t>1970s</a:t>
              </a:r>
              <a:endParaRPr sz="1800">
                <a:solidFill>
                  <a:schemeClr val="dk1"/>
                </a:solidFill>
                <a:latin typeface="Trebuchet MS"/>
                <a:ea typeface="Trebuchet MS"/>
                <a:cs typeface="Trebuchet MS"/>
                <a:sym typeface="Trebuchet MS"/>
              </a:endParaRPr>
            </a:p>
          </p:txBody>
        </p:sp>
      </p:grpSp>
      <p:grpSp>
        <p:nvGrpSpPr>
          <p:cNvPr id="292" name="Google Shape;292;p8"/>
          <p:cNvGrpSpPr/>
          <p:nvPr/>
        </p:nvGrpSpPr>
        <p:grpSpPr>
          <a:xfrm>
            <a:off x="7339050" y="5592964"/>
            <a:ext cx="1722280" cy="617869"/>
            <a:chOff x="0" y="-19050"/>
            <a:chExt cx="1441300" cy="517067"/>
          </a:xfrm>
        </p:grpSpPr>
        <p:sp>
          <p:nvSpPr>
            <p:cNvPr id="293" name="Google Shape;293;p8"/>
            <p:cNvSpPr/>
            <p:nvPr/>
          </p:nvSpPr>
          <p:spPr>
            <a:xfrm>
              <a:off x="0" y="0"/>
              <a:ext cx="1441300" cy="498017"/>
            </a:xfrm>
            <a:custGeom>
              <a:rect b="b" l="l" r="r" t="t"/>
              <a:pathLst>
                <a:path extrusionOk="0" h="498017" w="1441300">
                  <a:moveTo>
                    <a:pt x="0" y="0"/>
                  </a:moveTo>
                  <a:lnTo>
                    <a:pt x="1238100" y="0"/>
                  </a:lnTo>
                  <a:lnTo>
                    <a:pt x="1441300" y="249008"/>
                  </a:lnTo>
                  <a:lnTo>
                    <a:pt x="1238100" y="498017"/>
                  </a:lnTo>
                  <a:lnTo>
                    <a:pt x="0" y="498017"/>
                  </a:lnTo>
                  <a:lnTo>
                    <a:pt x="203200" y="249008"/>
                  </a:lnTo>
                  <a:lnTo>
                    <a:pt x="0" y="0"/>
                  </a:lnTo>
                  <a:close/>
                </a:path>
              </a:pathLst>
            </a:custGeom>
            <a:solidFill>
              <a:srgbClr val="ADE46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94" name="Google Shape;294;p8"/>
            <p:cNvSpPr txBox="1"/>
            <p:nvPr/>
          </p:nvSpPr>
          <p:spPr>
            <a:xfrm>
              <a:off x="177800" y="-19050"/>
              <a:ext cx="1187300" cy="517067"/>
            </a:xfrm>
            <a:prstGeom prst="rect">
              <a:avLst/>
            </a:prstGeom>
            <a:noFill/>
            <a:ln>
              <a:noFill/>
            </a:ln>
          </p:spPr>
          <p:txBody>
            <a:bodyPr anchorCtr="0" anchor="ctr" bIns="50800" lIns="50800" spcFirstLastPara="1" rIns="50800" wrap="square" tIns="50800">
              <a:noAutofit/>
            </a:bodyPr>
            <a:lstStyle/>
            <a:p>
              <a:pPr indent="0" lvl="0" marL="0" marR="0" rtl="0" algn="ctr">
                <a:lnSpc>
                  <a:spcPct val="140025"/>
                </a:lnSpc>
                <a:spcBef>
                  <a:spcPts val="0"/>
                </a:spcBef>
                <a:spcAft>
                  <a:spcPts val="0"/>
                </a:spcAft>
                <a:buClr>
                  <a:srgbClr val="000000"/>
                </a:buClr>
                <a:buSzPts val="1599"/>
                <a:buFont typeface="Arial"/>
                <a:buNone/>
              </a:pPr>
              <a:r>
                <a:rPr b="1" i="0" lang="en-US" sz="1599" u="none" cap="none" strike="noStrike">
                  <a:solidFill>
                    <a:srgbClr val="000000"/>
                  </a:solidFill>
                  <a:latin typeface="Arial"/>
                  <a:ea typeface="Arial"/>
                  <a:cs typeface="Arial"/>
                  <a:sym typeface="Arial"/>
                </a:rPr>
                <a:t>1980s</a:t>
              </a:r>
              <a:endParaRPr sz="1800">
                <a:solidFill>
                  <a:schemeClr val="dk1"/>
                </a:solidFill>
                <a:latin typeface="Trebuchet MS"/>
                <a:ea typeface="Trebuchet MS"/>
                <a:cs typeface="Trebuchet MS"/>
                <a:sym typeface="Trebuchet MS"/>
              </a:endParaRPr>
            </a:p>
          </p:txBody>
        </p:sp>
      </p:grpSp>
      <p:grpSp>
        <p:nvGrpSpPr>
          <p:cNvPr id="295" name="Google Shape;295;p8"/>
          <p:cNvGrpSpPr/>
          <p:nvPr/>
        </p:nvGrpSpPr>
        <p:grpSpPr>
          <a:xfrm>
            <a:off x="8916815" y="5592964"/>
            <a:ext cx="1722280" cy="617869"/>
            <a:chOff x="0" y="-19050"/>
            <a:chExt cx="1441300" cy="517067"/>
          </a:xfrm>
        </p:grpSpPr>
        <p:sp>
          <p:nvSpPr>
            <p:cNvPr id="296" name="Google Shape;296;p8"/>
            <p:cNvSpPr/>
            <p:nvPr/>
          </p:nvSpPr>
          <p:spPr>
            <a:xfrm>
              <a:off x="0" y="0"/>
              <a:ext cx="1441300" cy="498017"/>
            </a:xfrm>
            <a:custGeom>
              <a:rect b="b" l="l" r="r" t="t"/>
              <a:pathLst>
                <a:path extrusionOk="0" h="498017" w="1441300">
                  <a:moveTo>
                    <a:pt x="0" y="0"/>
                  </a:moveTo>
                  <a:lnTo>
                    <a:pt x="1238100" y="0"/>
                  </a:lnTo>
                  <a:lnTo>
                    <a:pt x="1441300" y="249008"/>
                  </a:lnTo>
                  <a:lnTo>
                    <a:pt x="1238100" y="498017"/>
                  </a:lnTo>
                  <a:lnTo>
                    <a:pt x="0" y="498017"/>
                  </a:lnTo>
                  <a:lnTo>
                    <a:pt x="203200" y="249008"/>
                  </a:lnTo>
                  <a:lnTo>
                    <a:pt x="0" y="0"/>
                  </a:lnTo>
                  <a:close/>
                </a:path>
              </a:pathLst>
            </a:custGeom>
            <a:solidFill>
              <a:srgbClr val="E8E25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297" name="Google Shape;297;p8"/>
            <p:cNvSpPr txBox="1"/>
            <p:nvPr/>
          </p:nvSpPr>
          <p:spPr>
            <a:xfrm>
              <a:off x="177800" y="-19050"/>
              <a:ext cx="1187300" cy="517067"/>
            </a:xfrm>
            <a:prstGeom prst="rect">
              <a:avLst/>
            </a:prstGeom>
            <a:noFill/>
            <a:ln>
              <a:noFill/>
            </a:ln>
          </p:spPr>
          <p:txBody>
            <a:bodyPr anchorCtr="0" anchor="ctr" bIns="50800" lIns="50800" spcFirstLastPara="1" rIns="50800" wrap="square" tIns="50800">
              <a:noAutofit/>
            </a:bodyPr>
            <a:lstStyle/>
            <a:p>
              <a:pPr indent="0" lvl="0" marL="0" marR="0" rtl="0" algn="ctr">
                <a:lnSpc>
                  <a:spcPct val="140025"/>
                </a:lnSpc>
                <a:spcBef>
                  <a:spcPts val="0"/>
                </a:spcBef>
                <a:spcAft>
                  <a:spcPts val="0"/>
                </a:spcAft>
                <a:buClr>
                  <a:srgbClr val="000000"/>
                </a:buClr>
                <a:buSzPts val="1599"/>
                <a:buFont typeface="Arial"/>
                <a:buNone/>
              </a:pPr>
              <a:r>
                <a:rPr b="1" i="0" lang="en-US" sz="1599" u="none" cap="none" strike="noStrike">
                  <a:solidFill>
                    <a:srgbClr val="000000"/>
                  </a:solidFill>
                  <a:latin typeface="Arial"/>
                  <a:ea typeface="Arial"/>
                  <a:cs typeface="Arial"/>
                  <a:sym typeface="Arial"/>
                </a:rPr>
                <a:t>1990s</a:t>
              </a:r>
              <a:endParaRPr sz="1800">
                <a:solidFill>
                  <a:schemeClr val="dk1"/>
                </a:solidFill>
                <a:latin typeface="Trebuchet MS"/>
                <a:ea typeface="Trebuchet MS"/>
                <a:cs typeface="Trebuchet MS"/>
                <a:sym typeface="Trebuchet MS"/>
              </a:endParaRPr>
            </a:p>
          </p:txBody>
        </p:sp>
      </p:grpSp>
      <p:grpSp>
        <p:nvGrpSpPr>
          <p:cNvPr id="298" name="Google Shape;298;p8"/>
          <p:cNvGrpSpPr/>
          <p:nvPr/>
        </p:nvGrpSpPr>
        <p:grpSpPr>
          <a:xfrm>
            <a:off x="10494580" y="5592964"/>
            <a:ext cx="1722280" cy="617869"/>
            <a:chOff x="0" y="-19050"/>
            <a:chExt cx="1441300" cy="517067"/>
          </a:xfrm>
        </p:grpSpPr>
        <p:sp>
          <p:nvSpPr>
            <p:cNvPr id="299" name="Google Shape;299;p8"/>
            <p:cNvSpPr/>
            <p:nvPr/>
          </p:nvSpPr>
          <p:spPr>
            <a:xfrm>
              <a:off x="0" y="0"/>
              <a:ext cx="1441300" cy="498017"/>
            </a:xfrm>
            <a:custGeom>
              <a:rect b="b" l="l" r="r" t="t"/>
              <a:pathLst>
                <a:path extrusionOk="0" h="498017" w="1441300">
                  <a:moveTo>
                    <a:pt x="0" y="0"/>
                  </a:moveTo>
                  <a:lnTo>
                    <a:pt x="1238100" y="0"/>
                  </a:lnTo>
                  <a:lnTo>
                    <a:pt x="1441300" y="249008"/>
                  </a:lnTo>
                  <a:lnTo>
                    <a:pt x="1238100" y="498017"/>
                  </a:lnTo>
                  <a:lnTo>
                    <a:pt x="0" y="498017"/>
                  </a:lnTo>
                  <a:lnTo>
                    <a:pt x="203200" y="249008"/>
                  </a:lnTo>
                  <a:lnTo>
                    <a:pt x="0" y="0"/>
                  </a:lnTo>
                  <a:close/>
                </a:path>
              </a:pathLst>
            </a:custGeom>
            <a:solidFill>
              <a:srgbClr val="FFD30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300" name="Google Shape;300;p8"/>
            <p:cNvSpPr txBox="1"/>
            <p:nvPr/>
          </p:nvSpPr>
          <p:spPr>
            <a:xfrm>
              <a:off x="177800" y="-19050"/>
              <a:ext cx="1187300" cy="517067"/>
            </a:xfrm>
            <a:prstGeom prst="rect">
              <a:avLst/>
            </a:prstGeom>
            <a:noFill/>
            <a:ln>
              <a:noFill/>
            </a:ln>
          </p:spPr>
          <p:txBody>
            <a:bodyPr anchorCtr="0" anchor="ctr" bIns="50800" lIns="50800" spcFirstLastPara="1" rIns="50800" wrap="square" tIns="50800">
              <a:noAutofit/>
            </a:bodyPr>
            <a:lstStyle/>
            <a:p>
              <a:pPr indent="0" lvl="0" marL="0" marR="0" rtl="0" algn="ctr">
                <a:lnSpc>
                  <a:spcPct val="140025"/>
                </a:lnSpc>
                <a:spcBef>
                  <a:spcPts val="0"/>
                </a:spcBef>
                <a:spcAft>
                  <a:spcPts val="0"/>
                </a:spcAft>
                <a:buClr>
                  <a:srgbClr val="000000"/>
                </a:buClr>
                <a:buSzPts val="1599"/>
                <a:buFont typeface="Arial"/>
                <a:buNone/>
              </a:pPr>
              <a:r>
                <a:rPr b="1" i="0" lang="en-US" sz="1599" u="none" cap="none" strike="noStrike">
                  <a:solidFill>
                    <a:srgbClr val="000000"/>
                  </a:solidFill>
                  <a:latin typeface="Arial"/>
                  <a:ea typeface="Arial"/>
                  <a:cs typeface="Arial"/>
                  <a:sym typeface="Arial"/>
                </a:rPr>
                <a:t>2000s</a:t>
              </a:r>
              <a:endParaRPr sz="1800">
                <a:solidFill>
                  <a:schemeClr val="dk1"/>
                </a:solidFill>
                <a:latin typeface="Trebuchet MS"/>
                <a:ea typeface="Trebuchet MS"/>
                <a:cs typeface="Trebuchet MS"/>
                <a:sym typeface="Trebuchet MS"/>
              </a:endParaRPr>
            </a:p>
          </p:txBody>
        </p:sp>
      </p:grpSp>
      <p:grpSp>
        <p:nvGrpSpPr>
          <p:cNvPr id="301" name="Google Shape;301;p8"/>
          <p:cNvGrpSpPr/>
          <p:nvPr/>
        </p:nvGrpSpPr>
        <p:grpSpPr>
          <a:xfrm>
            <a:off x="12072345" y="5592964"/>
            <a:ext cx="1722280" cy="617869"/>
            <a:chOff x="0" y="-19050"/>
            <a:chExt cx="1441300" cy="517067"/>
          </a:xfrm>
        </p:grpSpPr>
        <p:sp>
          <p:nvSpPr>
            <p:cNvPr id="302" name="Google Shape;302;p8"/>
            <p:cNvSpPr/>
            <p:nvPr/>
          </p:nvSpPr>
          <p:spPr>
            <a:xfrm>
              <a:off x="0" y="0"/>
              <a:ext cx="1441300" cy="498017"/>
            </a:xfrm>
            <a:custGeom>
              <a:rect b="b" l="l" r="r" t="t"/>
              <a:pathLst>
                <a:path extrusionOk="0" h="498017" w="1441300">
                  <a:moveTo>
                    <a:pt x="0" y="0"/>
                  </a:moveTo>
                  <a:lnTo>
                    <a:pt x="1238100" y="0"/>
                  </a:lnTo>
                  <a:lnTo>
                    <a:pt x="1441300" y="249008"/>
                  </a:lnTo>
                  <a:lnTo>
                    <a:pt x="1238100" y="498017"/>
                  </a:lnTo>
                  <a:lnTo>
                    <a:pt x="0" y="498017"/>
                  </a:lnTo>
                  <a:lnTo>
                    <a:pt x="203200" y="249008"/>
                  </a:lnTo>
                  <a:lnTo>
                    <a:pt x="0" y="0"/>
                  </a:lnTo>
                  <a:close/>
                </a:path>
              </a:pathLst>
            </a:custGeom>
            <a:solidFill>
              <a:srgbClr val="FFA67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303" name="Google Shape;303;p8"/>
            <p:cNvSpPr txBox="1"/>
            <p:nvPr/>
          </p:nvSpPr>
          <p:spPr>
            <a:xfrm>
              <a:off x="177800" y="-19050"/>
              <a:ext cx="1187300" cy="517067"/>
            </a:xfrm>
            <a:prstGeom prst="rect">
              <a:avLst/>
            </a:prstGeom>
            <a:noFill/>
            <a:ln>
              <a:noFill/>
            </a:ln>
          </p:spPr>
          <p:txBody>
            <a:bodyPr anchorCtr="0" anchor="ctr" bIns="50800" lIns="50800" spcFirstLastPara="1" rIns="50800" wrap="square" tIns="50800">
              <a:noAutofit/>
            </a:bodyPr>
            <a:lstStyle/>
            <a:p>
              <a:pPr indent="0" lvl="0" marL="0" marR="0" rtl="0" algn="ctr">
                <a:lnSpc>
                  <a:spcPct val="140025"/>
                </a:lnSpc>
                <a:spcBef>
                  <a:spcPts val="0"/>
                </a:spcBef>
                <a:spcAft>
                  <a:spcPts val="0"/>
                </a:spcAft>
                <a:buClr>
                  <a:srgbClr val="000000"/>
                </a:buClr>
                <a:buSzPts val="1599"/>
                <a:buFont typeface="Arial"/>
                <a:buNone/>
              </a:pPr>
              <a:r>
                <a:rPr b="1" i="0" lang="en-US" sz="1599" u="none" cap="none" strike="noStrike">
                  <a:solidFill>
                    <a:srgbClr val="000000"/>
                  </a:solidFill>
                  <a:latin typeface="Arial"/>
                  <a:ea typeface="Arial"/>
                  <a:cs typeface="Arial"/>
                  <a:sym typeface="Arial"/>
                </a:rPr>
                <a:t>2010s</a:t>
              </a:r>
              <a:endParaRPr sz="1800">
                <a:solidFill>
                  <a:schemeClr val="dk1"/>
                </a:solidFill>
                <a:latin typeface="Trebuchet MS"/>
                <a:ea typeface="Trebuchet MS"/>
                <a:cs typeface="Trebuchet MS"/>
                <a:sym typeface="Trebuchet MS"/>
              </a:endParaRPr>
            </a:p>
          </p:txBody>
        </p:sp>
      </p:grpSp>
      <p:grpSp>
        <p:nvGrpSpPr>
          <p:cNvPr id="304" name="Google Shape;304;p8"/>
          <p:cNvGrpSpPr/>
          <p:nvPr/>
        </p:nvGrpSpPr>
        <p:grpSpPr>
          <a:xfrm>
            <a:off x="13650110" y="5592964"/>
            <a:ext cx="1722280" cy="617869"/>
            <a:chOff x="0" y="-19050"/>
            <a:chExt cx="1441300" cy="517067"/>
          </a:xfrm>
        </p:grpSpPr>
        <p:sp>
          <p:nvSpPr>
            <p:cNvPr id="305" name="Google Shape;305;p8"/>
            <p:cNvSpPr/>
            <p:nvPr/>
          </p:nvSpPr>
          <p:spPr>
            <a:xfrm>
              <a:off x="0" y="0"/>
              <a:ext cx="1441300" cy="498017"/>
            </a:xfrm>
            <a:custGeom>
              <a:rect b="b" l="l" r="r" t="t"/>
              <a:pathLst>
                <a:path extrusionOk="0" h="498017" w="1441300">
                  <a:moveTo>
                    <a:pt x="0" y="0"/>
                  </a:moveTo>
                  <a:lnTo>
                    <a:pt x="1238100" y="0"/>
                  </a:lnTo>
                  <a:lnTo>
                    <a:pt x="1441300" y="249008"/>
                  </a:lnTo>
                  <a:lnTo>
                    <a:pt x="1238100" y="498017"/>
                  </a:lnTo>
                  <a:lnTo>
                    <a:pt x="0" y="498017"/>
                  </a:lnTo>
                  <a:lnTo>
                    <a:pt x="203200" y="249008"/>
                  </a:lnTo>
                  <a:lnTo>
                    <a:pt x="0" y="0"/>
                  </a:lnTo>
                  <a:close/>
                </a:path>
              </a:pathLst>
            </a:custGeom>
            <a:solidFill>
              <a:srgbClr val="FFBEC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306" name="Google Shape;306;p8"/>
            <p:cNvSpPr txBox="1"/>
            <p:nvPr/>
          </p:nvSpPr>
          <p:spPr>
            <a:xfrm>
              <a:off x="177800" y="-19050"/>
              <a:ext cx="1187300" cy="517067"/>
            </a:xfrm>
            <a:prstGeom prst="rect">
              <a:avLst/>
            </a:prstGeom>
            <a:noFill/>
            <a:ln>
              <a:noFill/>
            </a:ln>
          </p:spPr>
          <p:txBody>
            <a:bodyPr anchorCtr="0" anchor="ctr" bIns="50800" lIns="50800" spcFirstLastPara="1" rIns="50800" wrap="square" tIns="50800">
              <a:noAutofit/>
            </a:bodyPr>
            <a:lstStyle/>
            <a:p>
              <a:pPr indent="0" lvl="0" marL="0" marR="0" rtl="0" algn="ctr">
                <a:lnSpc>
                  <a:spcPct val="140025"/>
                </a:lnSpc>
                <a:spcBef>
                  <a:spcPts val="0"/>
                </a:spcBef>
                <a:spcAft>
                  <a:spcPts val="0"/>
                </a:spcAft>
                <a:buClr>
                  <a:srgbClr val="000000"/>
                </a:buClr>
                <a:buSzPts val="1599"/>
                <a:buFont typeface="Arial"/>
                <a:buNone/>
              </a:pPr>
              <a:r>
                <a:rPr b="1" i="0" lang="en-US" sz="1599" u="none" cap="none" strike="noStrike">
                  <a:solidFill>
                    <a:srgbClr val="000000"/>
                  </a:solidFill>
                  <a:latin typeface="Arial"/>
                  <a:ea typeface="Arial"/>
                  <a:cs typeface="Arial"/>
                  <a:sym typeface="Arial"/>
                </a:rPr>
                <a:t>2020s</a:t>
              </a:r>
              <a:endParaRPr sz="1800">
                <a:solidFill>
                  <a:schemeClr val="dk1"/>
                </a:solidFill>
                <a:latin typeface="Trebuchet MS"/>
                <a:ea typeface="Trebuchet MS"/>
                <a:cs typeface="Trebuchet MS"/>
                <a:sym typeface="Trebuchet MS"/>
              </a:endParaRPr>
            </a:p>
          </p:txBody>
        </p:sp>
      </p:grpSp>
      <p:cxnSp>
        <p:nvCxnSpPr>
          <p:cNvPr id="307" name="Google Shape;307;p8"/>
          <p:cNvCxnSpPr/>
          <p:nvPr/>
        </p:nvCxnSpPr>
        <p:spPr>
          <a:xfrm rot="10800000">
            <a:off x="3537027" y="4288966"/>
            <a:ext cx="0" cy="927781"/>
          </a:xfrm>
          <a:prstGeom prst="straightConnector1">
            <a:avLst/>
          </a:prstGeom>
          <a:noFill/>
          <a:ln cap="flat" cmpd="sng" w="38100">
            <a:solidFill>
              <a:srgbClr val="818DAB"/>
            </a:solidFill>
            <a:prstDash val="solid"/>
            <a:round/>
            <a:headEnd len="sm" w="sm" type="none"/>
            <a:tailEnd len="lg" w="lg" type="oval"/>
          </a:ln>
        </p:spPr>
      </p:cxnSp>
      <p:sp>
        <p:nvSpPr>
          <p:cNvPr id="308" name="Google Shape;308;p8"/>
          <p:cNvSpPr txBox="1"/>
          <p:nvPr/>
        </p:nvSpPr>
        <p:spPr>
          <a:xfrm>
            <a:off x="2315345" y="2790473"/>
            <a:ext cx="2476500" cy="1368933"/>
          </a:xfrm>
          <a:prstGeom prst="rect">
            <a:avLst/>
          </a:prstGeom>
          <a:noFill/>
          <a:ln>
            <a:noFill/>
          </a:ln>
        </p:spPr>
        <p:txBody>
          <a:bodyPr anchorCtr="0" anchor="t" bIns="0" lIns="0" spcFirstLastPara="1" rIns="0" wrap="square" tIns="0">
            <a:spAutoFit/>
          </a:bodyPr>
          <a:lstStyle/>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FORTRAN</a:t>
            </a:r>
            <a:r>
              <a:rPr b="0" i="0" lang="en-US" sz="1200" u="none" cap="none" strike="noStrike">
                <a:solidFill>
                  <a:srgbClr val="000000"/>
                </a:solidFill>
                <a:latin typeface="Arial"/>
                <a:ea typeface="Arial"/>
                <a:cs typeface="Arial"/>
                <a:sym typeface="Arial"/>
              </a:rPr>
              <a:t>: Primer lenguaje de alto nivel, diseñado para cálculos científicos.</a:t>
            </a:r>
            <a:endParaRPr b="0" i="0" sz="1800" u="none" cap="none" strike="noStrike">
              <a:solidFill>
                <a:schemeClr val="dk1"/>
              </a:solidFill>
              <a:latin typeface="Trebuchet MS"/>
              <a:ea typeface="Trebuchet MS"/>
              <a:cs typeface="Trebuchet MS"/>
              <a:sym typeface="Trebuchet MS"/>
            </a:endParaRPr>
          </a:p>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COBOL</a:t>
            </a:r>
            <a:r>
              <a:rPr b="0" i="0" lang="en-US" sz="1200" u="none" cap="none" strike="noStrike">
                <a:solidFill>
                  <a:srgbClr val="000000"/>
                </a:solidFill>
                <a:latin typeface="Arial"/>
                <a:ea typeface="Arial"/>
                <a:cs typeface="Arial"/>
                <a:sym typeface="Arial"/>
              </a:rPr>
              <a:t>: Creado para aplicaciones empresariales y financieras.</a:t>
            </a:r>
            <a:endParaRPr b="0" i="0" sz="1800" u="none" cap="none" strike="noStrike">
              <a:solidFill>
                <a:schemeClr val="dk1"/>
              </a:solidFill>
              <a:latin typeface="Trebuchet MS"/>
              <a:ea typeface="Trebuchet MS"/>
              <a:cs typeface="Trebuchet MS"/>
              <a:sym typeface="Trebuchet MS"/>
            </a:endParaRPr>
          </a:p>
        </p:txBody>
      </p:sp>
      <p:sp>
        <p:nvSpPr>
          <p:cNvPr id="309" name="Google Shape;309;p8"/>
          <p:cNvSpPr txBox="1"/>
          <p:nvPr/>
        </p:nvSpPr>
        <p:spPr>
          <a:xfrm>
            <a:off x="2282209" y="1804260"/>
            <a:ext cx="2509636" cy="904501"/>
          </a:xfrm>
          <a:prstGeom prst="rect">
            <a:avLst/>
          </a:prstGeom>
          <a:noFill/>
          <a:ln>
            <a:noFill/>
          </a:ln>
        </p:spPr>
        <p:txBody>
          <a:bodyPr anchorCtr="0" anchor="t" bIns="0" lIns="0" spcFirstLastPara="1" rIns="0" wrap="square" tIns="0">
            <a:spAutoFit/>
          </a:bodyPr>
          <a:lstStyle/>
          <a:p>
            <a:pPr indent="0" lvl="0" marL="0" marR="0" rtl="0" algn="ctr">
              <a:lnSpc>
                <a:spcPct val="128048"/>
              </a:lnSpc>
              <a:spcBef>
                <a:spcPts val="0"/>
              </a:spcBef>
              <a:spcAft>
                <a:spcPts val="0"/>
              </a:spcAft>
              <a:buClr>
                <a:srgbClr val="818DAB"/>
              </a:buClr>
              <a:buSzPts val="1911"/>
              <a:buFont typeface="Arial"/>
              <a:buNone/>
            </a:pPr>
            <a:r>
              <a:rPr b="1" i="0" lang="en-US" sz="1911" u="none" cap="none" strike="noStrike">
                <a:solidFill>
                  <a:srgbClr val="818DAB"/>
                </a:solidFill>
                <a:latin typeface="Arial"/>
                <a:ea typeface="Arial"/>
                <a:cs typeface="Arial"/>
                <a:sym typeface="Arial"/>
              </a:rPr>
              <a:t>El nacimiento de los lenguajes de programación</a:t>
            </a:r>
            <a:endParaRPr sz="1800">
              <a:solidFill>
                <a:schemeClr val="dk1"/>
              </a:solidFill>
              <a:latin typeface="Trebuchet MS"/>
              <a:ea typeface="Trebuchet MS"/>
              <a:cs typeface="Trebuchet MS"/>
              <a:sym typeface="Trebuchet MS"/>
            </a:endParaRPr>
          </a:p>
        </p:txBody>
      </p:sp>
      <p:cxnSp>
        <p:nvCxnSpPr>
          <p:cNvPr id="310" name="Google Shape;310;p8"/>
          <p:cNvCxnSpPr/>
          <p:nvPr/>
        </p:nvCxnSpPr>
        <p:spPr>
          <a:xfrm rot="10800000">
            <a:off x="6667621" y="4288966"/>
            <a:ext cx="0" cy="927781"/>
          </a:xfrm>
          <a:prstGeom prst="straightConnector1">
            <a:avLst/>
          </a:prstGeom>
          <a:noFill/>
          <a:ln cap="flat" cmpd="sng" w="38100">
            <a:solidFill>
              <a:srgbClr val="00C2CB"/>
            </a:solidFill>
            <a:prstDash val="solid"/>
            <a:round/>
            <a:headEnd len="sm" w="sm" type="none"/>
            <a:tailEnd len="lg" w="lg" type="oval"/>
          </a:ln>
        </p:spPr>
      </p:cxnSp>
      <p:sp>
        <p:nvSpPr>
          <p:cNvPr id="311" name="Google Shape;311;p8"/>
          <p:cNvSpPr txBox="1"/>
          <p:nvPr/>
        </p:nvSpPr>
        <p:spPr>
          <a:xfrm>
            <a:off x="5110608" y="2561836"/>
            <a:ext cx="3130594" cy="1597533"/>
          </a:xfrm>
          <a:prstGeom prst="rect">
            <a:avLst/>
          </a:prstGeom>
          <a:noFill/>
          <a:ln>
            <a:noFill/>
          </a:ln>
        </p:spPr>
        <p:txBody>
          <a:bodyPr anchorCtr="0" anchor="t" bIns="0" lIns="0" spcFirstLastPara="1" rIns="0" wrap="square" tIns="0">
            <a:spAutoFit/>
          </a:bodyPr>
          <a:lstStyle/>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Pascal</a:t>
            </a:r>
            <a:r>
              <a:rPr b="0" i="0" lang="en-US" sz="1200" u="none" cap="none" strike="noStrike">
                <a:solidFill>
                  <a:srgbClr val="000000"/>
                </a:solidFill>
                <a:latin typeface="Arial"/>
                <a:ea typeface="Arial"/>
                <a:cs typeface="Arial"/>
                <a:sym typeface="Arial"/>
              </a:rPr>
              <a:t>: Popular en educación y software estructurado.</a:t>
            </a:r>
            <a:endParaRPr b="0" i="0" sz="1800" u="none" cap="none" strike="noStrike">
              <a:solidFill>
                <a:schemeClr val="dk1"/>
              </a:solidFill>
              <a:latin typeface="Trebuchet MS"/>
              <a:ea typeface="Trebuchet MS"/>
              <a:cs typeface="Trebuchet MS"/>
              <a:sym typeface="Trebuchet MS"/>
            </a:endParaRPr>
          </a:p>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C</a:t>
            </a:r>
            <a:r>
              <a:rPr b="0" i="0" lang="en-US" sz="1200" u="none" cap="none" strike="noStrike">
                <a:solidFill>
                  <a:srgbClr val="000000"/>
                </a:solidFill>
                <a:latin typeface="Arial"/>
                <a:ea typeface="Arial"/>
                <a:cs typeface="Arial"/>
                <a:sym typeface="Arial"/>
              </a:rPr>
              <a:t>: Lenguaje fundamental para sistemas operativos (Unix) y aplicaciones.</a:t>
            </a:r>
            <a:endParaRPr b="0" i="0" sz="1800" u="none" cap="none" strike="noStrike">
              <a:solidFill>
                <a:schemeClr val="dk1"/>
              </a:solidFill>
              <a:latin typeface="Trebuchet MS"/>
              <a:ea typeface="Trebuchet MS"/>
              <a:cs typeface="Trebuchet MS"/>
              <a:sym typeface="Trebuchet MS"/>
            </a:endParaRPr>
          </a:p>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SQL</a:t>
            </a:r>
            <a:r>
              <a:rPr b="0" i="0" lang="en-US" sz="1200" u="none" cap="none" strike="noStrike">
                <a:solidFill>
                  <a:srgbClr val="000000"/>
                </a:solidFill>
                <a:latin typeface="Arial"/>
                <a:ea typeface="Arial"/>
                <a:cs typeface="Arial"/>
                <a:sym typeface="Arial"/>
              </a:rPr>
              <a:t>: Introducido para gestionar bases de datos relacionales.</a:t>
            </a:r>
            <a:endParaRPr b="0" i="0" sz="1800" u="none" cap="none" strike="noStrike">
              <a:solidFill>
                <a:schemeClr val="dk1"/>
              </a:solidFill>
              <a:latin typeface="Trebuchet MS"/>
              <a:ea typeface="Trebuchet MS"/>
              <a:cs typeface="Trebuchet MS"/>
              <a:sym typeface="Trebuchet MS"/>
            </a:endParaRPr>
          </a:p>
        </p:txBody>
      </p:sp>
      <p:sp>
        <p:nvSpPr>
          <p:cNvPr id="312" name="Google Shape;312;p8"/>
          <p:cNvSpPr txBox="1"/>
          <p:nvPr/>
        </p:nvSpPr>
        <p:spPr>
          <a:xfrm>
            <a:off x="5412803" y="1823896"/>
            <a:ext cx="2509636" cy="613752"/>
          </a:xfrm>
          <a:prstGeom prst="rect">
            <a:avLst/>
          </a:prstGeom>
          <a:noFill/>
          <a:ln>
            <a:noFill/>
          </a:ln>
        </p:spPr>
        <p:txBody>
          <a:bodyPr anchorCtr="0" anchor="t" bIns="0" lIns="0" spcFirstLastPara="1" rIns="0" wrap="square" tIns="0">
            <a:spAutoFit/>
          </a:bodyPr>
          <a:lstStyle/>
          <a:p>
            <a:pPr indent="0" lvl="0" marL="0" marR="0" rtl="0" algn="ctr">
              <a:lnSpc>
                <a:spcPct val="128048"/>
              </a:lnSpc>
              <a:spcBef>
                <a:spcPts val="0"/>
              </a:spcBef>
              <a:spcAft>
                <a:spcPts val="0"/>
              </a:spcAft>
              <a:buClr>
                <a:srgbClr val="03949B"/>
              </a:buClr>
              <a:buSzPts val="1911"/>
              <a:buFont typeface="Montserrat"/>
              <a:buNone/>
            </a:pPr>
            <a:r>
              <a:rPr b="1" i="0" lang="en-US" sz="1911" u="none" cap="none" strike="noStrike">
                <a:solidFill>
                  <a:srgbClr val="03949B"/>
                </a:solidFill>
                <a:latin typeface="Montserrat"/>
                <a:ea typeface="Montserrat"/>
                <a:cs typeface="Montserrat"/>
                <a:sym typeface="Montserrat"/>
              </a:rPr>
              <a:t>La revolución del software</a:t>
            </a:r>
            <a:endParaRPr sz="1800">
              <a:solidFill>
                <a:schemeClr val="dk1"/>
              </a:solidFill>
              <a:latin typeface="Trebuchet MS"/>
              <a:ea typeface="Trebuchet MS"/>
              <a:cs typeface="Trebuchet MS"/>
              <a:sym typeface="Trebuchet MS"/>
            </a:endParaRPr>
          </a:p>
        </p:txBody>
      </p:sp>
      <p:cxnSp>
        <p:nvCxnSpPr>
          <p:cNvPr id="313" name="Google Shape;313;p8"/>
          <p:cNvCxnSpPr/>
          <p:nvPr/>
        </p:nvCxnSpPr>
        <p:spPr>
          <a:xfrm>
            <a:off x="14514551" y="6484804"/>
            <a:ext cx="0" cy="927781"/>
          </a:xfrm>
          <a:prstGeom prst="straightConnector1">
            <a:avLst/>
          </a:prstGeom>
          <a:noFill/>
          <a:ln cap="flat" cmpd="sng" w="38100">
            <a:solidFill>
              <a:srgbClr val="E87B85"/>
            </a:solidFill>
            <a:prstDash val="solid"/>
            <a:round/>
            <a:headEnd len="sm" w="sm" type="none"/>
            <a:tailEnd len="lg" w="lg" type="oval"/>
          </a:ln>
        </p:spPr>
      </p:cxnSp>
      <p:sp>
        <p:nvSpPr>
          <p:cNvPr id="314" name="Google Shape;314;p8"/>
          <p:cNvSpPr txBox="1"/>
          <p:nvPr/>
        </p:nvSpPr>
        <p:spPr>
          <a:xfrm>
            <a:off x="13023310" y="8239712"/>
            <a:ext cx="2982481" cy="1597533"/>
          </a:xfrm>
          <a:prstGeom prst="rect">
            <a:avLst/>
          </a:prstGeom>
          <a:noFill/>
          <a:ln>
            <a:noFill/>
          </a:ln>
        </p:spPr>
        <p:txBody>
          <a:bodyPr anchorCtr="0" anchor="t" bIns="0" lIns="0" spcFirstLastPara="1" rIns="0" wrap="square" tIns="0">
            <a:spAutoFit/>
          </a:bodyPr>
          <a:lstStyle/>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Julia</a:t>
            </a:r>
            <a:r>
              <a:rPr b="0" i="0" lang="en-US" sz="1200" u="none" cap="none" strike="noStrike">
                <a:solidFill>
                  <a:srgbClr val="000000"/>
                </a:solidFill>
                <a:latin typeface="Arial"/>
                <a:ea typeface="Arial"/>
                <a:cs typeface="Arial"/>
                <a:sym typeface="Arial"/>
              </a:rPr>
              <a:t>: Crece en popularidad para computación científica y machine learning.</a:t>
            </a:r>
            <a:endParaRPr b="0" i="0" sz="1800" u="none" cap="none" strike="noStrike">
              <a:solidFill>
                <a:schemeClr val="dk1"/>
              </a:solidFill>
              <a:latin typeface="Trebuchet MS"/>
              <a:ea typeface="Trebuchet MS"/>
              <a:cs typeface="Trebuchet MS"/>
              <a:sym typeface="Trebuchet MS"/>
            </a:endParaRPr>
          </a:p>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Python</a:t>
            </a:r>
            <a:r>
              <a:rPr b="0" i="0" lang="en-US" sz="1200" u="none" cap="none" strike="noStrike">
                <a:solidFill>
                  <a:srgbClr val="000000"/>
                </a:solidFill>
                <a:latin typeface="Arial"/>
                <a:ea typeface="Arial"/>
                <a:cs typeface="Arial"/>
                <a:sym typeface="Arial"/>
              </a:rPr>
              <a:t> sigue dominando en IA y Data Science, con crecimientos en lenguajes como </a:t>
            </a:r>
            <a:r>
              <a:rPr b="1" i="0" lang="en-US" sz="1200" u="none" cap="none" strike="noStrike">
                <a:solidFill>
                  <a:srgbClr val="000000"/>
                </a:solidFill>
                <a:latin typeface="Arial"/>
                <a:ea typeface="Arial"/>
                <a:cs typeface="Arial"/>
                <a:sym typeface="Arial"/>
              </a:rPr>
              <a:t>Rust</a:t>
            </a:r>
            <a:r>
              <a:rPr b="0" i="0" lang="en-US" sz="1200" u="none" cap="none" strike="noStrike">
                <a:solidFill>
                  <a:srgbClr val="000000"/>
                </a:solidFill>
                <a:latin typeface="Arial"/>
                <a:ea typeface="Arial"/>
                <a:cs typeface="Arial"/>
                <a:sym typeface="Arial"/>
              </a:rPr>
              <a:t> y </a:t>
            </a:r>
            <a:r>
              <a:rPr b="1" i="0" lang="en-US" sz="1200" u="none" cap="none" strike="noStrike">
                <a:solidFill>
                  <a:srgbClr val="000000"/>
                </a:solidFill>
                <a:latin typeface="Arial"/>
                <a:ea typeface="Arial"/>
                <a:cs typeface="Arial"/>
                <a:sym typeface="Arial"/>
              </a:rPr>
              <a:t>TypeScript</a:t>
            </a:r>
            <a:r>
              <a:rPr b="0" i="0" lang="en-US" sz="1200" u="none" cap="none" strike="noStrike">
                <a:solidFill>
                  <a:srgbClr val="000000"/>
                </a:solidFill>
                <a:latin typeface="Arial"/>
                <a:ea typeface="Arial"/>
                <a:cs typeface="Arial"/>
                <a:sym typeface="Arial"/>
              </a:rPr>
              <a:t>.</a:t>
            </a:r>
            <a:endParaRPr b="0" i="0" sz="1800" u="none" cap="none" strike="noStrike">
              <a:solidFill>
                <a:schemeClr val="dk1"/>
              </a:solidFill>
              <a:latin typeface="Trebuchet MS"/>
              <a:ea typeface="Trebuchet MS"/>
              <a:cs typeface="Trebuchet MS"/>
              <a:sym typeface="Trebuchet MS"/>
            </a:endParaRPr>
          </a:p>
        </p:txBody>
      </p:sp>
      <p:sp>
        <p:nvSpPr>
          <p:cNvPr id="315" name="Google Shape;315;p8"/>
          <p:cNvSpPr txBox="1"/>
          <p:nvPr/>
        </p:nvSpPr>
        <p:spPr>
          <a:xfrm>
            <a:off x="13020010" y="7516186"/>
            <a:ext cx="2875371" cy="599701"/>
          </a:xfrm>
          <a:prstGeom prst="rect">
            <a:avLst/>
          </a:prstGeom>
          <a:noFill/>
          <a:ln>
            <a:noFill/>
          </a:ln>
        </p:spPr>
        <p:txBody>
          <a:bodyPr anchorCtr="0" anchor="t" bIns="0" lIns="0" spcFirstLastPara="1" rIns="0" wrap="square" tIns="0">
            <a:spAutoFit/>
          </a:bodyPr>
          <a:lstStyle/>
          <a:p>
            <a:pPr indent="0" lvl="0" marL="0" marR="0" rtl="0" algn="ctr">
              <a:lnSpc>
                <a:spcPct val="128048"/>
              </a:lnSpc>
              <a:spcBef>
                <a:spcPts val="0"/>
              </a:spcBef>
              <a:spcAft>
                <a:spcPts val="0"/>
              </a:spcAft>
              <a:buClr>
                <a:srgbClr val="DB5763"/>
              </a:buClr>
              <a:buSzPts val="1911"/>
              <a:buFont typeface="Arial"/>
              <a:buNone/>
            </a:pPr>
            <a:r>
              <a:rPr b="1" i="0" lang="en-US" sz="1911" u="none" cap="none" strike="noStrike">
                <a:solidFill>
                  <a:srgbClr val="DB5763"/>
                </a:solidFill>
                <a:latin typeface="Arial"/>
                <a:ea typeface="Arial"/>
                <a:cs typeface="Arial"/>
                <a:sym typeface="Arial"/>
              </a:rPr>
              <a:t>Inteligencia Artificial y nuevas tecnologías</a:t>
            </a:r>
            <a:endParaRPr sz="1800">
              <a:solidFill>
                <a:schemeClr val="dk1"/>
              </a:solidFill>
              <a:latin typeface="Trebuchet MS"/>
              <a:ea typeface="Trebuchet MS"/>
              <a:cs typeface="Trebuchet MS"/>
              <a:sym typeface="Trebuchet MS"/>
            </a:endParaRPr>
          </a:p>
        </p:txBody>
      </p:sp>
      <p:cxnSp>
        <p:nvCxnSpPr>
          <p:cNvPr id="316" name="Google Shape;316;p8"/>
          <p:cNvCxnSpPr/>
          <p:nvPr/>
        </p:nvCxnSpPr>
        <p:spPr>
          <a:xfrm>
            <a:off x="11346195" y="6484804"/>
            <a:ext cx="0" cy="927781"/>
          </a:xfrm>
          <a:prstGeom prst="straightConnector1">
            <a:avLst/>
          </a:prstGeom>
          <a:noFill/>
          <a:ln cap="flat" cmpd="sng" w="38100">
            <a:solidFill>
              <a:srgbClr val="E1B900"/>
            </a:solidFill>
            <a:prstDash val="solid"/>
            <a:round/>
            <a:headEnd len="sm" w="sm" type="none"/>
            <a:tailEnd len="lg" w="lg" type="oval"/>
          </a:ln>
        </p:spPr>
      </p:cxnSp>
      <p:sp>
        <p:nvSpPr>
          <p:cNvPr id="317" name="Google Shape;317;p8"/>
          <p:cNvSpPr txBox="1"/>
          <p:nvPr/>
        </p:nvSpPr>
        <p:spPr>
          <a:xfrm>
            <a:off x="9892590" y="8239712"/>
            <a:ext cx="2926261" cy="1368933"/>
          </a:xfrm>
          <a:prstGeom prst="rect">
            <a:avLst/>
          </a:prstGeom>
          <a:noFill/>
          <a:ln>
            <a:noFill/>
          </a:ln>
        </p:spPr>
        <p:txBody>
          <a:bodyPr anchorCtr="0" anchor="t" bIns="0" lIns="0" spcFirstLastPara="1" rIns="0" wrap="square" tIns="0">
            <a:spAutoFit/>
          </a:bodyPr>
          <a:lstStyle/>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C#</a:t>
            </a:r>
            <a:r>
              <a:rPr b="0" i="0" lang="en-US" sz="1200" u="none" cap="none" strike="noStrike">
                <a:solidFill>
                  <a:srgbClr val="000000"/>
                </a:solidFill>
                <a:latin typeface="Arial"/>
                <a:ea typeface="Arial"/>
                <a:cs typeface="Arial"/>
                <a:sym typeface="Arial"/>
              </a:rPr>
              <a:t>: Creado por Microsoft para su ecosistema.</a:t>
            </a:r>
            <a:endParaRPr b="0" i="0" sz="1800" u="none" cap="none" strike="noStrike">
              <a:solidFill>
                <a:schemeClr val="dk1"/>
              </a:solidFill>
              <a:latin typeface="Trebuchet MS"/>
              <a:ea typeface="Trebuchet MS"/>
              <a:cs typeface="Trebuchet MS"/>
              <a:sym typeface="Trebuchet MS"/>
            </a:endParaRPr>
          </a:p>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Scala</a:t>
            </a:r>
            <a:r>
              <a:rPr b="0" i="0" lang="en-US" sz="1200" u="none" cap="none" strike="noStrike">
                <a:solidFill>
                  <a:srgbClr val="000000"/>
                </a:solidFill>
                <a:latin typeface="Arial"/>
                <a:ea typeface="Arial"/>
                <a:cs typeface="Arial"/>
                <a:sym typeface="Arial"/>
              </a:rPr>
              <a:t>: Combina programación funcional y orientada a objetos.</a:t>
            </a:r>
            <a:endParaRPr b="0" i="0" sz="1800" u="none" cap="none" strike="noStrike">
              <a:solidFill>
                <a:schemeClr val="dk1"/>
              </a:solidFill>
              <a:latin typeface="Trebuchet MS"/>
              <a:ea typeface="Trebuchet MS"/>
              <a:cs typeface="Trebuchet MS"/>
              <a:sym typeface="Trebuchet MS"/>
            </a:endParaRPr>
          </a:p>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Go</a:t>
            </a:r>
            <a:r>
              <a:rPr b="0" i="0" lang="en-US" sz="1200" u="none" cap="none" strike="noStrike">
                <a:solidFill>
                  <a:srgbClr val="000000"/>
                </a:solidFill>
                <a:latin typeface="Arial"/>
                <a:ea typeface="Arial"/>
                <a:cs typeface="Arial"/>
                <a:sym typeface="Arial"/>
              </a:rPr>
              <a:t>: Lenguaje de Google enfocado en rendimiento y concurrencia.</a:t>
            </a:r>
            <a:endParaRPr b="0" i="0" sz="1800" u="none" cap="none" strike="noStrike">
              <a:solidFill>
                <a:schemeClr val="dk1"/>
              </a:solidFill>
              <a:latin typeface="Trebuchet MS"/>
              <a:ea typeface="Trebuchet MS"/>
              <a:cs typeface="Trebuchet MS"/>
              <a:sym typeface="Trebuchet MS"/>
            </a:endParaRPr>
          </a:p>
        </p:txBody>
      </p:sp>
      <p:sp>
        <p:nvSpPr>
          <p:cNvPr id="318" name="Google Shape;318;p8"/>
          <p:cNvSpPr txBox="1"/>
          <p:nvPr/>
        </p:nvSpPr>
        <p:spPr>
          <a:xfrm>
            <a:off x="10100902" y="7516186"/>
            <a:ext cx="2509636" cy="599701"/>
          </a:xfrm>
          <a:prstGeom prst="rect">
            <a:avLst/>
          </a:prstGeom>
          <a:noFill/>
          <a:ln>
            <a:noFill/>
          </a:ln>
        </p:spPr>
        <p:txBody>
          <a:bodyPr anchorCtr="0" anchor="t" bIns="0" lIns="0" spcFirstLastPara="1" rIns="0" wrap="square" tIns="0">
            <a:spAutoFit/>
          </a:bodyPr>
          <a:lstStyle/>
          <a:p>
            <a:pPr indent="0" lvl="0" marL="0" marR="0" rtl="0" algn="ctr">
              <a:lnSpc>
                <a:spcPct val="128048"/>
              </a:lnSpc>
              <a:spcBef>
                <a:spcPts val="0"/>
              </a:spcBef>
              <a:spcAft>
                <a:spcPts val="0"/>
              </a:spcAft>
              <a:buClr>
                <a:srgbClr val="A48701"/>
              </a:buClr>
              <a:buSzPts val="1911"/>
              <a:buFont typeface="Arial"/>
              <a:buNone/>
            </a:pPr>
            <a:r>
              <a:rPr b="1" i="0" lang="en-US" sz="1911" u="none" cap="none" strike="noStrike">
                <a:solidFill>
                  <a:srgbClr val="A48701"/>
                </a:solidFill>
                <a:latin typeface="Arial"/>
                <a:ea typeface="Arial"/>
                <a:cs typeface="Arial"/>
                <a:sym typeface="Arial"/>
              </a:rPr>
              <a:t>Desarrollo web y móvil</a:t>
            </a:r>
            <a:endParaRPr sz="1800">
              <a:solidFill>
                <a:schemeClr val="dk1"/>
              </a:solidFill>
              <a:latin typeface="Trebuchet MS"/>
              <a:ea typeface="Trebuchet MS"/>
              <a:cs typeface="Trebuchet MS"/>
              <a:sym typeface="Trebuchet MS"/>
            </a:endParaRPr>
          </a:p>
        </p:txBody>
      </p:sp>
      <p:cxnSp>
        <p:nvCxnSpPr>
          <p:cNvPr id="319" name="Google Shape;319;p8"/>
          <p:cNvCxnSpPr/>
          <p:nvPr/>
        </p:nvCxnSpPr>
        <p:spPr>
          <a:xfrm>
            <a:off x="8177840" y="6484804"/>
            <a:ext cx="0" cy="927781"/>
          </a:xfrm>
          <a:prstGeom prst="straightConnector1">
            <a:avLst/>
          </a:prstGeom>
          <a:noFill/>
          <a:ln cap="flat" cmpd="sng" w="38100">
            <a:solidFill>
              <a:srgbClr val="70B812"/>
            </a:solidFill>
            <a:prstDash val="solid"/>
            <a:round/>
            <a:headEnd len="sm" w="sm" type="none"/>
            <a:tailEnd len="lg" w="lg" type="oval"/>
          </a:ln>
        </p:spPr>
      </p:cxnSp>
      <p:sp>
        <p:nvSpPr>
          <p:cNvPr id="320" name="Google Shape;320;p8"/>
          <p:cNvSpPr txBox="1"/>
          <p:nvPr/>
        </p:nvSpPr>
        <p:spPr>
          <a:xfrm>
            <a:off x="6772723" y="8239712"/>
            <a:ext cx="2854933" cy="1368933"/>
          </a:xfrm>
          <a:prstGeom prst="rect">
            <a:avLst/>
          </a:prstGeom>
          <a:noFill/>
          <a:ln>
            <a:noFill/>
          </a:ln>
        </p:spPr>
        <p:txBody>
          <a:bodyPr anchorCtr="0" anchor="t" bIns="0" lIns="0" spcFirstLastPara="1" rIns="0" wrap="square" tIns="0">
            <a:spAutoFit/>
          </a:bodyPr>
          <a:lstStyle/>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C++</a:t>
            </a:r>
            <a:r>
              <a:rPr b="0" i="0" lang="en-US" sz="1200" u="none" cap="none" strike="noStrike">
                <a:solidFill>
                  <a:srgbClr val="000000"/>
                </a:solidFill>
                <a:latin typeface="Arial"/>
                <a:ea typeface="Arial"/>
                <a:cs typeface="Arial"/>
                <a:sym typeface="Arial"/>
              </a:rPr>
              <a:t>: Extensión de C con programación orientada a objetos.</a:t>
            </a:r>
            <a:endParaRPr b="0" i="0" sz="1800" u="none" cap="none" strike="noStrike">
              <a:solidFill>
                <a:schemeClr val="dk1"/>
              </a:solidFill>
              <a:latin typeface="Trebuchet MS"/>
              <a:ea typeface="Trebuchet MS"/>
              <a:cs typeface="Trebuchet MS"/>
              <a:sym typeface="Trebuchet MS"/>
            </a:endParaRPr>
          </a:p>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Perl</a:t>
            </a:r>
            <a:r>
              <a:rPr b="0" i="0" lang="en-US" sz="1200" u="none" cap="none" strike="noStrike">
                <a:solidFill>
                  <a:srgbClr val="000000"/>
                </a:solidFill>
                <a:latin typeface="Arial"/>
                <a:ea typeface="Arial"/>
                <a:cs typeface="Arial"/>
                <a:sym typeface="Arial"/>
              </a:rPr>
              <a:t>: Potente para procesamiento de texto y scripting.</a:t>
            </a:r>
            <a:endParaRPr b="0" i="0" sz="1800" u="none" cap="none" strike="noStrike">
              <a:solidFill>
                <a:schemeClr val="dk1"/>
              </a:solidFill>
              <a:latin typeface="Trebuchet MS"/>
              <a:ea typeface="Trebuchet MS"/>
              <a:cs typeface="Trebuchet MS"/>
              <a:sym typeface="Trebuchet MS"/>
            </a:endParaRPr>
          </a:p>
        </p:txBody>
      </p:sp>
      <p:sp>
        <p:nvSpPr>
          <p:cNvPr id="321" name="Google Shape;321;p8"/>
          <p:cNvSpPr txBox="1"/>
          <p:nvPr/>
        </p:nvSpPr>
        <p:spPr>
          <a:xfrm>
            <a:off x="6772723" y="7516186"/>
            <a:ext cx="2854933" cy="599701"/>
          </a:xfrm>
          <a:prstGeom prst="rect">
            <a:avLst/>
          </a:prstGeom>
          <a:noFill/>
          <a:ln>
            <a:noFill/>
          </a:ln>
        </p:spPr>
        <p:txBody>
          <a:bodyPr anchorCtr="0" anchor="t" bIns="0" lIns="0" spcFirstLastPara="1" rIns="0" wrap="square" tIns="0">
            <a:spAutoFit/>
          </a:bodyPr>
          <a:lstStyle/>
          <a:p>
            <a:pPr indent="0" lvl="0" marL="0" marR="0" rtl="0" algn="ctr">
              <a:lnSpc>
                <a:spcPct val="128048"/>
              </a:lnSpc>
              <a:spcBef>
                <a:spcPts val="0"/>
              </a:spcBef>
              <a:spcAft>
                <a:spcPts val="0"/>
              </a:spcAft>
              <a:buClr>
                <a:srgbClr val="5C9B0A"/>
              </a:buClr>
              <a:buSzPts val="1911"/>
              <a:buFont typeface="Arial"/>
              <a:buNone/>
            </a:pPr>
            <a:r>
              <a:rPr b="1" i="0" lang="en-US" sz="1911" u="none" cap="none" strike="noStrike">
                <a:solidFill>
                  <a:srgbClr val="5C9B0A"/>
                </a:solidFill>
                <a:latin typeface="Arial"/>
                <a:ea typeface="Arial"/>
                <a:cs typeface="Arial"/>
                <a:sym typeface="Arial"/>
              </a:rPr>
              <a:t>Orientación a objetos y más accesibilidad</a:t>
            </a:r>
            <a:endParaRPr sz="1800">
              <a:solidFill>
                <a:schemeClr val="dk1"/>
              </a:solidFill>
              <a:latin typeface="Trebuchet MS"/>
              <a:ea typeface="Trebuchet MS"/>
              <a:cs typeface="Trebuchet MS"/>
              <a:sym typeface="Trebuchet MS"/>
            </a:endParaRPr>
          </a:p>
        </p:txBody>
      </p:sp>
      <p:cxnSp>
        <p:nvCxnSpPr>
          <p:cNvPr id="322" name="Google Shape;322;p8"/>
          <p:cNvCxnSpPr/>
          <p:nvPr/>
        </p:nvCxnSpPr>
        <p:spPr>
          <a:xfrm>
            <a:off x="5009484" y="6484804"/>
            <a:ext cx="0" cy="927781"/>
          </a:xfrm>
          <a:prstGeom prst="straightConnector1">
            <a:avLst/>
          </a:prstGeom>
          <a:noFill/>
          <a:ln cap="flat" cmpd="sng" w="38100">
            <a:solidFill>
              <a:srgbClr val="521DF1"/>
            </a:solidFill>
            <a:prstDash val="solid"/>
            <a:round/>
            <a:headEnd len="sm" w="sm" type="none"/>
            <a:tailEnd len="lg" w="lg" type="oval"/>
          </a:ln>
        </p:spPr>
      </p:cxnSp>
      <p:sp>
        <p:nvSpPr>
          <p:cNvPr id="323" name="Google Shape;323;p8"/>
          <p:cNvSpPr txBox="1"/>
          <p:nvPr/>
        </p:nvSpPr>
        <p:spPr>
          <a:xfrm>
            <a:off x="3751197" y="8327657"/>
            <a:ext cx="2493068" cy="1368933"/>
          </a:xfrm>
          <a:prstGeom prst="rect">
            <a:avLst/>
          </a:prstGeom>
          <a:noFill/>
          <a:ln>
            <a:noFill/>
          </a:ln>
        </p:spPr>
        <p:txBody>
          <a:bodyPr anchorCtr="0" anchor="t" bIns="0" lIns="0" spcFirstLastPara="1" rIns="0" wrap="square" tIns="0">
            <a:spAutoFit/>
          </a:bodyPr>
          <a:lstStyle/>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ALGOL</a:t>
            </a:r>
            <a:r>
              <a:rPr b="0" i="0" lang="en-US" sz="1200" u="none" cap="none" strike="noStrike">
                <a:solidFill>
                  <a:srgbClr val="000000"/>
                </a:solidFill>
                <a:latin typeface="Arial"/>
                <a:ea typeface="Arial"/>
                <a:cs typeface="Arial"/>
                <a:sym typeface="Arial"/>
              </a:rPr>
              <a:t>: Base para muchos lenguajes modernos, influyó en C y Pascal.</a:t>
            </a:r>
            <a:endParaRPr b="0" i="0" sz="1800" u="none" cap="none" strike="noStrike">
              <a:solidFill>
                <a:schemeClr val="dk1"/>
              </a:solidFill>
              <a:latin typeface="Trebuchet MS"/>
              <a:ea typeface="Trebuchet MS"/>
              <a:cs typeface="Trebuchet MS"/>
              <a:sym typeface="Trebuchet MS"/>
            </a:endParaRPr>
          </a:p>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BASIC</a:t>
            </a:r>
            <a:r>
              <a:rPr b="0" i="0" lang="en-US" sz="1200" u="none" cap="none" strike="noStrike">
                <a:solidFill>
                  <a:srgbClr val="000000"/>
                </a:solidFill>
                <a:latin typeface="Arial"/>
                <a:ea typeface="Arial"/>
                <a:cs typeface="Arial"/>
                <a:sym typeface="Arial"/>
              </a:rPr>
              <a:t>: Facilita el aprendizaje de programación.</a:t>
            </a:r>
            <a:endParaRPr b="0" i="0" sz="1800" u="none" cap="none" strike="noStrike">
              <a:solidFill>
                <a:schemeClr val="dk1"/>
              </a:solidFill>
              <a:latin typeface="Trebuchet MS"/>
              <a:ea typeface="Trebuchet MS"/>
              <a:cs typeface="Trebuchet MS"/>
              <a:sym typeface="Trebuchet MS"/>
            </a:endParaRPr>
          </a:p>
        </p:txBody>
      </p:sp>
      <p:sp>
        <p:nvSpPr>
          <p:cNvPr id="324" name="Google Shape;324;p8"/>
          <p:cNvSpPr txBox="1"/>
          <p:nvPr/>
        </p:nvSpPr>
        <p:spPr>
          <a:xfrm>
            <a:off x="3754666" y="7516186"/>
            <a:ext cx="2509636" cy="599701"/>
          </a:xfrm>
          <a:prstGeom prst="rect">
            <a:avLst/>
          </a:prstGeom>
          <a:noFill/>
          <a:ln>
            <a:noFill/>
          </a:ln>
        </p:spPr>
        <p:txBody>
          <a:bodyPr anchorCtr="0" anchor="t" bIns="0" lIns="0" spcFirstLastPara="1" rIns="0" wrap="square" tIns="0">
            <a:spAutoFit/>
          </a:bodyPr>
          <a:lstStyle/>
          <a:p>
            <a:pPr indent="0" lvl="0" marL="0" marR="0" rtl="0" algn="ctr">
              <a:lnSpc>
                <a:spcPct val="128048"/>
              </a:lnSpc>
              <a:spcBef>
                <a:spcPts val="0"/>
              </a:spcBef>
              <a:spcAft>
                <a:spcPts val="0"/>
              </a:spcAft>
              <a:buClr>
                <a:srgbClr val="521DF1"/>
              </a:buClr>
              <a:buSzPts val="1911"/>
              <a:buFont typeface="Arial"/>
              <a:buNone/>
            </a:pPr>
            <a:r>
              <a:rPr b="1" i="0" lang="en-US" sz="1911" u="none" cap="none" strike="noStrike">
                <a:solidFill>
                  <a:srgbClr val="521DF1"/>
                </a:solidFill>
                <a:latin typeface="Arial"/>
                <a:ea typeface="Arial"/>
                <a:cs typeface="Arial"/>
                <a:sym typeface="Arial"/>
              </a:rPr>
              <a:t>Estandarización y expansión</a:t>
            </a:r>
            <a:endParaRPr sz="1800">
              <a:solidFill>
                <a:schemeClr val="dk1"/>
              </a:solidFill>
              <a:latin typeface="Trebuchet MS"/>
              <a:ea typeface="Trebuchet MS"/>
              <a:cs typeface="Trebuchet MS"/>
              <a:sym typeface="Trebuchet MS"/>
            </a:endParaRPr>
          </a:p>
        </p:txBody>
      </p:sp>
      <p:cxnSp>
        <p:nvCxnSpPr>
          <p:cNvPr id="325" name="Google Shape;325;p8"/>
          <p:cNvCxnSpPr/>
          <p:nvPr/>
        </p:nvCxnSpPr>
        <p:spPr>
          <a:xfrm rot="10800000">
            <a:off x="9798214" y="4288966"/>
            <a:ext cx="0" cy="927781"/>
          </a:xfrm>
          <a:prstGeom prst="straightConnector1">
            <a:avLst/>
          </a:prstGeom>
          <a:noFill/>
          <a:ln cap="flat" cmpd="sng" w="38100">
            <a:solidFill>
              <a:srgbClr val="C4BD19"/>
            </a:solidFill>
            <a:prstDash val="solid"/>
            <a:round/>
            <a:headEnd len="sm" w="sm" type="none"/>
            <a:tailEnd len="lg" w="lg" type="oval"/>
          </a:ln>
        </p:spPr>
      </p:cxnSp>
      <p:cxnSp>
        <p:nvCxnSpPr>
          <p:cNvPr id="326" name="Google Shape;326;p8"/>
          <p:cNvCxnSpPr/>
          <p:nvPr/>
        </p:nvCxnSpPr>
        <p:spPr>
          <a:xfrm rot="10800000">
            <a:off x="12818851" y="4555184"/>
            <a:ext cx="0" cy="927781"/>
          </a:xfrm>
          <a:prstGeom prst="straightConnector1">
            <a:avLst/>
          </a:prstGeom>
          <a:noFill/>
          <a:ln cap="flat" cmpd="sng" w="38100">
            <a:solidFill>
              <a:srgbClr val="F0702F"/>
            </a:solidFill>
            <a:prstDash val="solid"/>
            <a:round/>
            <a:headEnd len="sm" w="sm" type="none"/>
            <a:tailEnd len="lg" w="lg" type="oval"/>
          </a:ln>
        </p:spPr>
      </p:cxnSp>
      <p:sp>
        <p:nvSpPr>
          <p:cNvPr id="327" name="Google Shape;327;p8"/>
          <p:cNvSpPr txBox="1"/>
          <p:nvPr/>
        </p:nvSpPr>
        <p:spPr>
          <a:xfrm>
            <a:off x="1382102" y="1031919"/>
            <a:ext cx="15523796" cy="503174"/>
          </a:xfrm>
          <a:prstGeom prst="rect">
            <a:avLst/>
          </a:prstGeom>
          <a:noFill/>
          <a:ln>
            <a:noFill/>
          </a:ln>
        </p:spPr>
        <p:txBody>
          <a:bodyPr anchorCtr="0" anchor="t" bIns="0" lIns="0" spcFirstLastPara="1" rIns="0" wrap="square" tIns="0">
            <a:spAutoFit/>
          </a:bodyPr>
          <a:lstStyle/>
          <a:p>
            <a:pPr indent="0" lvl="0" marL="0" marR="0" rtl="0" algn="ctr">
              <a:lnSpc>
                <a:spcPct val="117999"/>
              </a:lnSpc>
              <a:spcBef>
                <a:spcPts val="0"/>
              </a:spcBef>
              <a:spcAft>
                <a:spcPts val="0"/>
              </a:spcAft>
              <a:buClr>
                <a:srgbClr val="000000"/>
              </a:buClr>
              <a:buSzPts val="3100"/>
              <a:buFont typeface="Arial"/>
              <a:buNone/>
            </a:pPr>
            <a:r>
              <a:rPr b="0" i="0" lang="en-US" sz="3100" u="none" cap="none" strike="noStrike">
                <a:solidFill>
                  <a:srgbClr val="000000"/>
                </a:solidFill>
                <a:latin typeface="Arial"/>
                <a:ea typeface="Arial"/>
                <a:cs typeface="Arial"/>
                <a:sym typeface="Arial"/>
              </a:rPr>
              <a:t>Evolución de los Lenguajes de Programación</a:t>
            </a:r>
            <a:endParaRPr sz="1800">
              <a:solidFill>
                <a:schemeClr val="dk1"/>
              </a:solidFill>
              <a:latin typeface="Trebuchet MS"/>
              <a:ea typeface="Trebuchet MS"/>
              <a:cs typeface="Trebuchet MS"/>
              <a:sym typeface="Trebuchet MS"/>
            </a:endParaRPr>
          </a:p>
        </p:txBody>
      </p:sp>
      <p:sp>
        <p:nvSpPr>
          <p:cNvPr id="328" name="Google Shape;328;p8"/>
          <p:cNvSpPr txBox="1"/>
          <p:nvPr/>
        </p:nvSpPr>
        <p:spPr>
          <a:xfrm>
            <a:off x="11466510" y="2748360"/>
            <a:ext cx="2933950" cy="1368933"/>
          </a:xfrm>
          <a:prstGeom prst="rect">
            <a:avLst/>
          </a:prstGeom>
          <a:noFill/>
          <a:ln>
            <a:noFill/>
          </a:ln>
        </p:spPr>
        <p:txBody>
          <a:bodyPr anchorCtr="0" anchor="t" bIns="0" lIns="0" spcFirstLastPara="1" rIns="0" wrap="square" tIns="0">
            <a:spAutoFit/>
          </a:bodyPr>
          <a:lstStyle/>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Kotlin</a:t>
            </a:r>
            <a:r>
              <a:rPr b="0" i="0" lang="en-US" sz="1200" u="none" cap="none" strike="noStrike">
                <a:solidFill>
                  <a:srgbClr val="000000"/>
                </a:solidFill>
                <a:latin typeface="Arial"/>
                <a:ea typeface="Arial"/>
                <a:cs typeface="Arial"/>
                <a:sym typeface="Arial"/>
              </a:rPr>
              <a:t>: Alternativa moderna a Java para Android.</a:t>
            </a:r>
            <a:endParaRPr b="0" i="0" sz="1800" u="none" cap="none" strike="noStrike">
              <a:solidFill>
                <a:schemeClr val="dk1"/>
              </a:solidFill>
              <a:latin typeface="Trebuchet MS"/>
              <a:ea typeface="Trebuchet MS"/>
              <a:cs typeface="Trebuchet MS"/>
              <a:sym typeface="Trebuchet MS"/>
            </a:endParaRPr>
          </a:p>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Swift</a:t>
            </a:r>
            <a:r>
              <a:rPr b="0" i="0" lang="en-US" sz="1200" u="none" cap="none" strike="noStrike">
                <a:solidFill>
                  <a:srgbClr val="000000"/>
                </a:solidFill>
                <a:latin typeface="Arial"/>
                <a:ea typeface="Arial"/>
                <a:cs typeface="Arial"/>
                <a:sym typeface="Arial"/>
              </a:rPr>
              <a:t>: Creado por Apple para desarrollo en iOS/macOS.</a:t>
            </a:r>
            <a:endParaRPr b="0" i="0" sz="1800" u="none" cap="none" strike="noStrike">
              <a:solidFill>
                <a:schemeClr val="dk1"/>
              </a:solidFill>
              <a:latin typeface="Trebuchet MS"/>
              <a:ea typeface="Trebuchet MS"/>
              <a:cs typeface="Trebuchet MS"/>
              <a:sym typeface="Trebuchet MS"/>
            </a:endParaRPr>
          </a:p>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Rust</a:t>
            </a:r>
            <a:r>
              <a:rPr b="0" i="0" lang="en-US" sz="1200" u="none" cap="none" strike="noStrike">
                <a:solidFill>
                  <a:srgbClr val="000000"/>
                </a:solidFill>
                <a:latin typeface="Arial"/>
                <a:ea typeface="Arial"/>
                <a:cs typeface="Arial"/>
                <a:sym typeface="Arial"/>
              </a:rPr>
              <a:t>: Popular por su seguridad en sistemas de bajo nivel.</a:t>
            </a:r>
            <a:endParaRPr b="0" i="0" sz="1800" u="none" cap="none" strike="noStrike">
              <a:solidFill>
                <a:schemeClr val="dk1"/>
              </a:solidFill>
              <a:latin typeface="Trebuchet MS"/>
              <a:ea typeface="Trebuchet MS"/>
              <a:cs typeface="Trebuchet MS"/>
              <a:sym typeface="Trebuchet MS"/>
            </a:endParaRPr>
          </a:p>
        </p:txBody>
      </p:sp>
      <p:sp>
        <p:nvSpPr>
          <p:cNvPr id="329" name="Google Shape;329;p8"/>
          <p:cNvSpPr txBox="1"/>
          <p:nvPr/>
        </p:nvSpPr>
        <p:spPr>
          <a:xfrm>
            <a:off x="11673990" y="1697916"/>
            <a:ext cx="2509636" cy="904501"/>
          </a:xfrm>
          <a:prstGeom prst="rect">
            <a:avLst/>
          </a:prstGeom>
          <a:noFill/>
          <a:ln>
            <a:noFill/>
          </a:ln>
        </p:spPr>
        <p:txBody>
          <a:bodyPr anchorCtr="0" anchor="t" bIns="0" lIns="0" spcFirstLastPara="1" rIns="0" wrap="square" tIns="0">
            <a:spAutoFit/>
          </a:bodyPr>
          <a:lstStyle/>
          <a:p>
            <a:pPr indent="0" lvl="0" marL="0" marR="0" rtl="0" algn="ctr">
              <a:lnSpc>
                <a:spcPct val="128048"/>
              </a:lnSpc>
              <a:spcBef>
                <a:spcPts val="0"/>
              </a:spcBef>
              <a:spcAft>
                <a:spcPts val="0"/>
              </a:spcAft>
              <a:buClr>
                <a:srgbClr val="D15414"/>
              </a:buClr>
              <a:buSzPts val="1911"/>
              <a:buFont typeface="Arial"/>
              <a:buNone/>
            </a:pPr>
            <a:r>
              <a:rPr b="1" i="0" lang="en-US" sz="1911" u="none" cap="none" strike="noStrike">
                <a:solidFill>
                  <a:srgbClr val="D15414"/>
                </a:solidFill>
                <a:latin typeface="Arial"/>
                <a:ea typeface="Arial"/>
                <a:cs typeface="Arial"/>
                <a:sym typeface="Arial"/>
              </a:rPr>
              <a:t>Programación moderna y nuevas tendencias</a:t>
            </a:r>
            <a:endParaRPr sz="1800">
              <a:solidFill>
                <a:schemeClr val="dk1"/>
              </a:solidFill>
              <a:latin typeface="Trebuchet MS"/>
              <a:ea typeface="Trebuchet MS"/>
              <a:cs typeface="Trebuchet MS"/>
              <a:sym typeface="Trebuchet MS"/>
            </a:endParaRPr>
          </a:p>
        </p:txBody>
      </p:sp>
      <p:sp>
        <p:nvSpPr>
          <p:cNvPr id="330" name="Google Shape;330;p8"/>
          <p:cNvSpPr txBox="1"/>
          <p:nvPr/>
        </p:nvSpPr>
        <p:spPr>
          <a:xfrm>
            <a:off x="8437544" y="2561836"/>
            <a:ext cx="2680823" cy="1368933"/>
          </a:xfrm>
          <a:prstGeom prst="rect">
            <a:avLst/>
          </a:prstGeom>
          <a:noFill/>
          <a:ln>
            <a:noFill/>
          </a:ln>
        </p:spPr>
        <p:txBody>
          <a:bodyPr anchorCtr="0" anchor="t" bIns="0" lIns="0" spcFirstLastPara="1" rIns="0" wrap="square" tIns="0">
            <a:spAutoFit/>
          </a:bodyPr>
          <a:lstStyle/>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Python</a:t>
            </a:r>
            <a:r>
              <a:rPr b="0" i="0" lang="en-US" sz="1200" u="none" cap="none" strike="noStrike">
                <a:solidFill>
                  <a:srgbClr val="000000"/>
                </a:solidFill>
                <a:latin typeface="Arial"/>
                <a:ea typeface="Arial"/>
                <a:cs typeface="Arial"/>
                <a:sym typeface="Arial"/>
              </a:rPr>
              <a:t>: Lenguaje simple y poderoso para múltiples propósitos.</a:t>
            </a:r>
            <a:endParaRPr b="0" i="0" sz="1800" u="none" cap="none" strike="noStrike">
              <a:solidFill>
                <a:schemeClr val="dk1"/>
              </a:solidFill>
              <a:latin typeface="Trebuchet MS"/>
              <a:ea typeface="Trebuchet MS"/>
              <a:cs typeface="Trebuchet MS"/>
              <a:sym typeface="Trebuchet MS"/>
            </a:endParaRPr>
          </a:p>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Java</a:t>
            </a:r>
            <a:r>
              <a:rPr b="0" i="0" lang="en-US" sz="1200" u="none" cap="none" strike="noStrike">
                <a:solidFill>
                  <a:srgbClr val="000000"/>
                </a:solidFill>
                <a:latin typeface="Arial"/>
                <a:ea typeface="Arial"/>
                <a:cs typeface="Arial"/>
                <a:sym typeface="Arial"/>
              </a:rPr>
              <a:t>, </a:t>
            </a:r>
            <a:r>
              <a:rPr b="1" i="0" lang="en-US" sz="1200" u="none" cap="none" strike="noStrike">
                <a:solidFill>
                  <a:srgbClr val="000000"/>
                </a:solidFill>
                <a:latin typeface="Arial"/>
                <a:ea typeface="Arial"/>
                <a:cs typeface="Arial"/>
                <a:sym typeface="Arial"/>
              </a:rPr>
              <a:t>JavaScript</a:t>
            </a:r>
            <a:r>
              <a:rPr b="0" i="0" lang="en-US" sz="1200" u="none" cap="none" strike="noStrike">
                <a:solidFill>
                  <a:srgbClr val="000000"/>
                </a:solidFill>
                <a:latin typeface="Arial"/>
                <a:ea typeface="Arial"/>
                <a:cs typeface="Arial"/>
                <a:sym typeface="Arial"/>
              </a:rPr>
              <a:t>, </a:t>
            </a:r>
            <a:r>
              <a:rPr b="1" i="0" lang="en-US" sz="1200" u="none" cap="none" strike="noStrike">
                <a:solidFill>
                  <a:srgbClr val="000000"/>
                </a:solidFill>
                <a:latin typeface="Arial"/>
                <a:ea typeface="Arial"/>
                <a:cs typeface="Arial"/>
                <a:sym typeface="Arial"/>
              </a:rPr>
              <a:t>PHP</a:t>
            </a:r>
            <a:r>
              <a:rPr b="0" i="0" lang="en-US" sz="1200" u="none" cap="none" strike="noStrike">
                <a:solidFill>
                  <a:srgbClr val="000000"/>
                </a:solidFill>
                <a:latin typeface="Arial"/>
                <a:ea typeface="Arial"/>
                <a:cs typeface="Arial"/>
                <a:sym typeface="Arial"/>
              </a:rPr>
              <a:t>, </a:t>
            </a:r>
            <a:r>
              <a:rPr b="1" i="0" lang="en-US" sz="1200" u="none" cap="none" strike="noStrike">
                <a:solidFill>
                  <a:srgbClr val="000000"/>
                </a:solidFill>
                <a:latin typeface="Arial"/>
                <a:ea typeface="Arial"/>
                <a:cs typeface="Arial"/>
                <a:sym typeface="Arial"/>
              </a:rPr>
              <a:t>Ruby</a:t>
            </a:r>
            <a:r>
              <a:rPr b="0" i="0" lang="en-US" sz="1200" u="none" cap="none" strike="noStrike">
                <a:solidFill>
                  <a:srgbClr val="000000"/>
                </a:solidFill>
                <a:latin typeface="Arial"/>
                <a:ea typeface="Arial"/>
                <a:cs typeface="Arial"/>
                <a:sym typeface="Arial"/>
              </a:rPr>
              <a:t>: Lenguajes clave para la web y aplicaciones empresariales.</a:t>
            </a:r>
            <a:endParaRPr b="0" i="0" sz="1800" u="none" cap="none" strike="noStrike">
              <a:solidFill>
                <a:schemeClr val="dk1"/>
              </a:solidFill>
              <a:latin typeface="Trebuchet MS"/>
              <a:ea typeface="Trebuchet MS"/>
              <a:cs typeface="Trebuchet MS"/>
              <a:sym typeface="Trebuchet MS"/>
            </a:endParaRPr>
          </a:p>
        </p:txBody>
      </p:sp>
      <p:sp>
        <p:nvSpPr>
          <p:cNvPr id="331" name="Google Shape;331;p8"/>
          <p:cNvSpPr txBox="1"/>
          <p:nvPr/>
        </p:nvSpPr>
        <p:spPr>
          <a:xfrm>
            <a:off x="8279162" y="1794958"/>
            <a:ext cx="3038105" cy="613752"/>
          </a:xfrm>
          <a:prstGeom prst="rect">
            <a:avLst/>
          </a:prstGeom>
          <a:noFill/>
          <a:ln>
            <a:noFill/>
          </a:ln>
        </p:spPr>
        <p:txBody>
          <a:bodyPr anchorCtr="0" anchor="t" bIns="0" lIns="0" spcFirstLastPara="1" rIns="0" wrap="square" tIns="0">
            <a:spAutoFit/>
          </a:bodyPr>
          <a:lstStyle/>
          <a:p>
            <a:pPr indent="0" lvl="0" marL="0" marR="0" rtl="0" algn="ctr">
              <a:lnSpc>
                <a:spcPct val="128048"/>
              </a:lnSpc>
              <a:spcBef>
                <a:spcPts val="0"/>
              </a:spcBef>
              <a:spcAft>
                <a:spcPts val="0"/>
              </a:spcAft>
              <a:buClr>
                <a:srgbClr val="948E0A"/>
              </a:buClr>
              <a:buSzPts val="1911"/>
              <a:buFont typeface="Montserrat"/>
              <a:buNone/>
            </a:pPr>
            <a:r>
              <a:rPr b="1" i="0" lang="en-US" sz="1911" u="none" cap="none" strike="noStrike">
                <a:solidFill>
                  <a:srgbClr val="948E0A"/>
                </a:solidFill>
                <a:latin typeface="Montserrat"/>
                <a:ea typeface="Montserrat"/>
                <a:cs typeface="Montserrat"/>
                <a:sym typeface="Montserrat"/>
              </a:rPr>
              <a:t>Internet y el auge de los lenguajes modernos</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9"/>
          <p:cNvSpPr txBox="1"/>
          <p:nvPr/>
        </p:nvSpPr>
        <p:spPr>
          <a:xfrm>
            <a:off x="1904222" y="1577033"/>
            <a:ext cx="15355078" cy="164528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152540"/>
              </a:buClr>
              <a:buSzPts val="4600"/>
              <a:buFont typeface="Arial"/>
              <a:buNone/>
            </a:pPr>
            <a:r>
              <a:rPr b="0" i="0" lang="en-US" sz="4600" u="none" cap="none" strike="noStrike">
                <a:solidFill>
                  <a:srgbClr val="152540"/>
                </a:solidFill>
                <a:latin typeface="Arial"/>
                <a:ea typeface="Arial"/>
                <a:cs typeface="Arial"/>
                <a:sym typeface="Arial"/>
              </a:rPr>
              <a:t>GENERACIONES DE LENGUAJES DE PROGRAMACIÓN</a:t>
            </a:r>
            <a:endParaRPr sz="1800">
              <a:solidFill>
                <a:schemeClr val="dk1"/>
              </a:solidFill>
              <a:latin typeface="Trebuchet MS"/>
              <a:ea typeface="Trebuchet MS"/>
              <a:cs typeface="Trebuchet MS"/>
              <a:sym typeface="Trebuchet MS"/>
            </a:endParaRPr>
          </a:p>
        </p:txBody>
      </p:sp>
      <p:sp>
        <p:nvSpPr>
          <p:cNvPr id="337" name="Google Shape;337;p9"/>
          <p:cNvSpPr/>
          <p:nvPr/>
        </p:nvSpPr>
        <p:spPr>
          <a:xfrm>
            <a:off x="7941920" y="6632673"/>
            <a:ext cx="2625627" cy="2625627"/>
          </a:xfrm>
          <a:custGeom>
            <a:rect b="b" l="l" r="r" t="t"/>
            <a:pathLst>
              <a:path extrusionOk="0" h="2625627" w="2625627">
                <a:moveTo>
                  <a:pt x="0" y="0"/>
                </a:moveTo>
                <a:lnTo>
                  <a:pt x="2625627" y="0"/>
                </a:lnTo>
                <a:lnTo>
                  <a:pt x="2625627" y="2625627"/>
                </a:lnTo>
                <a:lnTo>
                  <a:pt x="0" y="2625627"/>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338" name="Google Shape;338;p9"/>
          <p:cNvSpPr txBox="1"/>
          <p:nvPr/>
        </p:nvSpPr>
        <p:spPr>
          <a:xfrm>
            <a:off x="1904222" y="5020792"/>
            <a:ext cx="14701023" cy="196737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rgbClr val="152540"/>
              </a:buClr>
              <a:buSzPts val="2794"/>
              <a:buFont typeface="Arial"/>
              <a:buNone/>
            </a:pPr>
            <a:r>
              <a:rPr b="0" i="0" lang="en-US" sz="2794" u="none" cap="none" strike="noStrike">
                <a:solidFill>
                  <a:srgbClr val="152540"/>
                </a:solidFill>
                <a:latin typeface="Arial"/>
                <a:ea typeface="Arial"/>
                <a:cs typeface="Arial"/>
                <a:sym typeface="Arial"/>
              </a:rPr>
              <a:t>Los primeros lenguajes de programación se escribían en lenguaje máquina, que es un conjunto de instrucciones binarias que la computadora puede entender directamente. El lenguaje máquina es muy difícil de leer y escribir, y es muy difícil de depurar. </a:t>
            </a:r>
            <a:endParaRPr sz="1800">
              <a:solidFill>
                <a:schemeClr val="dk1"/>
              </a:solidFill>
              <a:latin typeface="Trebuchet MS"/>
              <a:ea typeface="Trebuchet MS"/>
              <a:cs typeface="Trebuchet MS"/>
              <a:sym typeface="Trebuchet MS"/>
            </a:endParaRPr>
          </a:p>
        </p:txBody>
      </p:sp>
      <p:sp>
        <p:nvSpPr>
          <p:cNvPr id="339" name="Google Shape;339;p9"/>
          <p:cNvSpPr txBox="1"/>
          <p:nvPr/>
        </p:nvSpPr>
        <p:spPr>
          <a:xfrm>
            <a:off x="1904222" y="3787083"/>
            <a:ext cx="14701023" cy="72009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152540"/>
              </a:buClr>
              <a:buSzPts val="3899"/>
              <a:buFont typeface="Arial"/>
              <a:buNone/>
            </a:pPr>
            <a:r>
              <a:rPr b="0" i="0" lang="en-US" sz="3899" u="none" cap="none" strike="noStrike">
                <a:solidFill>
                  <a:srgbClr val="152540"/>
                </a:solidFill>
                <a:latin typeface="Arial"/>
                <a:ea typeface="Arial"/>
                <a:cs typeface="Arial"/>
                <a:sym typeface="Arial"/>
              </a:rPr>
              <a:t>PRIMERA GENERACIÓN (1945 - 1955)</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10"/>
          <p:cNvSpPr txBox="1"/>
          <p:nvPr/>
        </p:nvSpPr>
        <p:spPr>
          <a:xfrm>
            <a:off x="1904222" y="1577033"/>
            <a:ext cx="15355078" cy="1645285"/>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Clr>
                <a:srgbClr val="152540"/>
              </a:buClr>
              <a:buSzPts val="4599"/>
              <a:buFont typeface="Arial"/>
              <a:buNone/>
            </a:pPr>
            <a:r>
              <a:rPr b="0" i="0" lang="en-US" sz="4599" u="none" cap="none" strike="noStrike">
                <a:solidFill>
                  <a:srgbClr val="152540"/>
                </a:solidFill>
                <a:latin typeface="Arial"/>
                <a:ea typeface="Arial"/>
                <a:cs typeface="Arial"/>
                <a:sym typeface="Arial"/>
              </a:rPr>
              <a:t>GENERACIONES DE LENGUAJES DE PROGRAMACIÓN</a:t>
            </a:r>
            <a:endParaRPr sz="1800">
              <a:solidFill>
                <a:schemeClr val="dk1"/>
              </a:solidFill>
              <a:latin typeface="Trebuchet MS"/>
              <a:ea typeface="Trebuchet MS"/>
              <a:cs typeface="Trebuchet MS"/>
              <a:sym typeface="Trebuchet MS"/>
            </a:endParaRPr>
          </a:p>
        </p:txBody>
      </p:sp>
      <p:sp>
        <p:nvSpPr>
          <p:cNvPr id="345" name="Google Shape;345;p10"/>
          <p:cNvSpPr/>
          <p:nvPr/>
        </p:nvSpPr>
        <p:spPr>
          <a:xfrm>
            <a:off x="7845477" y="6627647"/>
            <a:ext cx="3066782" cy="3066782"/>
          </a:xfrm>
          <a:custGeom>
            <a:rect b="b" l="l" r="r" t="t"/>
            <a:pathLst>
              <a:path extrusionOk="0" h="3066782" w="3066782">
                <a:moveTo>
                  <a:pt x="0" y="0"/>
                </a:moveTo>
                <a:lnTo>
                  <a:pt x="3066782" y="0"/>
                </a:lnTo>
                <a:lnTo>
                  <a:pt x="3066782" y="3066782"/>
                </a:lnTo>
                <a:lnTo>
                  <a:pt x="0" y="3066782"/>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346" name="Google Shape;346;p10"/>
          <p:cNvSpPr txBox="1"/>
          <p:nvPr/>
        </p:nvSpPr>
        <p:spPr>
          <a:xfrm>
            <a:off x="1904222" y="5020792"/>
            <a:ext cx="14701023" cy="1820050"/>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Clr>
                <a:srgbClr val="152540"/>
              </a:buClr>
              <a:buSzPts val="2594"/>
              <a:buFont typeface="Arial"/>
              <a:buNone/>
            </a:pPr>
            <a:r>
              <a:rPr b="0" i="0" lang="en-US" sz="2594" u="none" cap="none" strike="noStrike">
                <a:solidFill>
                  <a:srgbClr val="152540"/>
                </a:solidFill>
                <a:latin typeface="Arial"/>
                <a:ea typeface="Arial"/>
                <a:cs typeface="Arial"/>
                <a:sym typeface="Arial"/>
              </a:rPr>
              <a:t>Los lenguajes de segunda generación se escribían en lenguaje ensamblador, que es un lenguaje de nivel medio que es más fácil de leer y escribir que el lenguaje máquina. El lenguaje ensamblador es aún difícil de depurar, y es difícil de portarlo a diferentes tipos de computadoras.</a:t>
            </a:r>
            <a:endParaRPr sz="1800">
              <a:solidFill>
                <a:schemeClr val="dk1"/>
              </a:solidFill>
              <a:latin typeface="Trebuchet MS"/>
              <a:ea typeface="Trebuchet MS"/>
              <a:cs typeface="Trebuchet MS"/>
              <a:sym typeface="Trebuchet MS"/>
            </a:endParaRPr>
          </a:p>
        </p:txBody>
      </p:sp>
      <p:sp>
        <p:nvSpPr>
          <p:cNvPr id="347" name="Google Shape;347;p10"/>
          <p:cNvSpPr txBox="1"/>
          <p:nvPr/>
        </p:nvSpPr>
        <p:spPr>
          <a:xfrm>
            <a:off x="1904222" y="3787083"/>
            <a:ext cx="14701023" cy="720090"/>
          </a:xfrm>
          <a:prstGeom prst="rect">
            <a:avLst/>
          </a:prstGeom>
          <a:noFill/>
          <a:ln>
            <a:noFill/>
          </a:ln>
        </p:spPr>
        <p:txBody>
          <a:bodyPr anchorCtr="0" anchor="t" bIns="0" lIns="0" spcFirstLastPara="1" rIns="0" wrap="square" tIns="0">
            <a:spAutoFit/>
          </a:bodyPr>
          <a:lstStyle/>
          <a:p>
            <a:pPr indent="0" lvl="0" marL="0" marR="0" rtl="0" algn="l">
              <a:lnSpc>
                <a:spcPct val="139974"/>
              </a:lnSpc>
              <a:spcBef>
                <a:spcPts val="0"/>
              </a:spcBef>
              <a:spcAft>
                <a:spcPts val="0"/>
              </a:spcAft>
              <a:buClr>
                <a:srgbClr val="152540"/>
              </a:buClr>
              <a:buSzPts val="3900"/>
              <a:buFont typeface="Arial"/>
              <a:buNone/>
            </a:pPr>
            <a:r>
              <a:rPr b="0" i="0" lang="en-US" sz="3900" u="none" cap="none" strike="noStrike">
                <a:solidFill>
                  <a:srgbClr val="152540"/>
                </a:solidFill>
                <a:latin typeface="Arial"/>
                <a:ea typeface="Arial"/>
                <a:cs typeface="Arial"/>
                <a:sym typeface="Arial"/>
              </a:rPr>
              <a:t>SEGUNDA GENERACIÓN (1955 - 1965)</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11"/>
          <p:cNvSpPr txBox="1"/>
          <p:nvPr/>
        </p:nvSpPr>
        <p:spPr>
          <a:xfrm>
            <a:off x="1904222" y="1577033"/>
            <a:ext cx="15355078" cy="1645285"/>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Clr>
                <a:srgbClr val="152540"/>
              </a:buClr>
              <a:buSzPts val="4599"/>
              <a:buFont typeface="Arial"/>
              <a:buNone/>
            </a:pPr>
            <a:r>
              <a:rPr b="0" i="0" lang="en-US" sz="4599" u="none" cap="none" strike="noStrike">
                <a:solidFill>
                  <a:srgbClr val="152540"/>
                </a:solidFill>
                <a:latin typeface="Arial"/>
                <a:ea typeface="Arial"/>
                <a:cs typeface="Arial"/>
                <a:sym typeface="Arial"/>
              </a:rPr>
              <a:t>GENERACIONES DE LENGUAJES DE PROGRAMACIÓN</a:t>
            </a:r>
            <a:endParaRPr sz="1800">
              <a:solidFill>
                <a:schemeClr val="dk1"/>
              </a:solidFill>
              <a:latin typeface="Trebuchet MS"/>
              <a:ea typeface="Trebuchet MS"/>
              <a:cs typeface="Trebuchet MS"/>
              <a:sym typeface="Trebuchet MS"/>
            </a:endParaRPr>
          </a:p>
        </p:txBody>
      </p:sp>
      <p:sp>
        <p:nvSpPr>
          <p:cNvPr id="353" name="Google Shape;353;p11"/>
          <p:cNvSpPr/>
          <p:nvPr/>
        </p:nvSpPr>
        <p:spPr>
          <a:xfrm>
            <a:off x="5155262" y="7954632"/>
            <a:ext cx="1851494" cy="1851494"/>
          </a:xfrm>
          <a:custGeom>
            <a:rect b="b" l="l" r="r" t="t"/>
            <a:pathLst>
              <a:path extrusionOk="0" h="1851494" w="1851494">
                <a:moveTo>
                  <a:pt x="0" y="0"/>
                </a:moveTo>
                <a:lnTo>
                  <a:pt x="1851494" y="0"/>
                </a:lnTo>
                <a:lnTo>
                  <a:pt x="1851494" y="1851494"/>
                </a:lnTo>
                <a:lnTo>
                  <a:pt x="0" y="18514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354" name="Google Shape;354;p11"/>
          <p:cNvSpPr/>
          <p:nvPr/>
        </p:nvSpPr>
        <p:spPr>
          <a:xfrm>
            <a:off x="9239250" y="7954632"/>
            <a:ext cx="1851494" cy="1851494"/>
          </a:xfrm>
          <a:custGeom>
            <a:rect b="b" l="l" r="r" t="t"/>
            <a:pathLst>
              <a:path extrusionOk="0" h="1851494" w="1851494">
                <a:moveTo>
                  <a:pt x="0" y="0"/>
                </a:moveTo>
                <a:lnTo>
                  <a:pt x="1851494" y="0"/>
                </a:lnTo>
                <a:lnTo>
                  <a:pt x="1851494" y="1851494"/>
                </a:lnTo>
                <a:lnTo>
                  <a:pt x="0" y="185149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355" name="Google Shape;355;p11"/>
          <p:cNvSpPr/>
          <p:nvPr/>
        </p:nvSpPr>
        <p:spPr>
          <a:xfrm>
            <a:off x="11281244" y="7954632"/>
            <a:ext cx="1851494" cy="1843937"/>
          </a:xfrm>
          <a:custGeom>
            <a:rect b="b" l="l" r="r" t="t"/>
            <a:pathLst>
              <a:path extrusionOk="0" h="1843937" w="1851494">
                <a:moveTo>
                  <a:pt x="0" y="0"/>
                </a:moveTo>
                <a:lnTo>
                  <a:pt x="1851494" y="0"/>
                </a:lnTo>
                <a:lnTo>
                  <a:pt x="1851494" y="1843937"/>
                </a:lnTo>
                <a:lnTo>
                  <a:pt x="0" y="1843937"/>
                </a:lnTo>
                <a:lnTo>
                  <a:pt x="0" y="0"/>
                </a:lnTo>
                <a:close/>
              </a:path>
            </a:pathLst>
          </a:custGeom>
          <a:blipFill rotWithShape="1">
            <a:blip r:embed="rId5">
              <a:alphaModFix/>
            </a:blip>
            <a:stretch>
              <a:fillRect b="-15565" l="-15903" r="-15546" t="-1642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356" name="Google Shape;356;p11"/>
          <p:cNvSpPr txBox="1"/>
          <p:nvPr/>
        </p:nvSpPr>
        <p:spPr>
          <a:xfrm>
            <a:off x="1904222" y="5020792"/>
            <a:ext cx="14701023" cy="246267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rgbClr val="152540"/>
              </a:buClr>
              <a:buSzPts val="2794"/>
              <a:buFont typeface="Arial"/>
              <a:buNone/>
            </a:pPr>
            <a:r>
              <a:rPr b="0" i="0" lang="en-US" sz="2794" u="none" cap="none" strike="noStrike">
                <a:solidFill>
                  <a:srgbClr val="152540"/>
                </a:solidFill>
                <a:latin typeface="Arial"/>
                <a:ea typeface="Arial"/>
                <a:cs typeface="Arial"/>
                <a:sym typeface="Arial"/>
              </a:rPr>
              <a:t>Los lenguajes de tercera generación se escribían en lenguajes de alto nivel, que son mucho más fáciles de leer y escribir que el lenguaje ensamblador. Los lenguajes de alto nivel son fáciles de depurar, y son fáciles de portar a diferentes tipos de computadoras. Algunos de los lenguajes de alto nivel más populares de la tercera generación son Fortran, Java, COBOL, y Pascal.</a:t>
            </a:r>
            <a:endParaRPr sz="1800">
              <a:solidFill>
                <a:schemeClr val="dk1"/>
              </a:solidFill>
              <a:latin typeface="Trebuchet MS"/>
              <a:ea typeface="Trebuchet MS"/>
              <a:cs typeface="Trebuchet MS"/>
              <a:sym typeface="Trebuchet MS"/>
            </a:endParaRPr>
          </a:p>
        </p:txBody>
      </p:sp>
      <p:sp>
        <p:nvSpPr>
          <p:cNvPr id="357" name="Google Shape;357;p11"/>
          <p:cNvSpPr txBox="1"/>
          <p:nvPr/>
        </p:nvSpPr>
        <p:spPr>
          <a:xfrm>
            <a:off x="1904222" y="3787083"/>
            <a:ext cx="14701023" cy="720090"/>
          </a:xfrm>
          <a:prstGeom prst="rect">
            <a:avLst/>
          </a:prstGeom>
          <a:noFill/>
          <a:ln>
            <a:noFill/>
          </a:ln>
        </p:spPr>
        <p:txBody>
          <a:bodyPr anchorCtr="0" anchor="t" bIns="0" lIns="0" spcFirstLastPara="1" rIns="0" wrap="square" tIns="0">
            <a:spAutoFit/>
          </a:bodyPr>
          <a:lstStyle/>
          <a:p>
            <a:pPr indent="0" lvl="0" marL="0" marR="0" rtl="0" algn="l">
              <a:lnSpc>
                <a:spcPct val="139974"/>
              </a:lnSpc>
              <a:spcBef>
                <a:spcPts val="0"/>
              </a:spcBef>
              <a:spcAft>
                <a:spcPts val="0"/>
              </a:spcAft>
              <a:buClr>
                <a:srgbClr val="152540"/>
              </a:buClr>
              <a:buSzPts val="3900"/>
              <a:buFont typeface="Arial"/>
              <a:buNone/>
            </a:pPr>
            <a:r>
              <a:rPr b="0" i="0" lang="en-US" sz="3900" u="none" cap="none" strike="noStrike">
                <a:solidFill>
                  <a:srgbClr val="152540"/>
                </a:solidFill>
                <a:latin typeface="Arial"/>
                <a:ea typeface="Arial"/>
                <a:cs typeface="Arial"/>
                <a:sym typeface="Arial"/>
              </a:rPr>
              <a:t>TERCERA GENERACIÓN (1965 - 1975)</a:t>
            </a:r>
            <a:endParaRPr sz="1800">
              <a:solidFill>
                <a:schemeClr val="dk1"/>
              </a:solidFill>
              <a:latin typeface="Trebuchet MS"/>
              <a:ea typeface="Trebuchet MS"/>
              <a:cs typeface="Trebuchet MS"/>
              <a:sym typeface="Trebuchet MS"/>
            </a:endParaRPr>
          </a:p>
        </p:txBody>
      </p:sp>
      <p:sp>
        <p:nvSpPr>
          <p:cNvPr id="358" name="Google Shape;358;p11"/>
          <p:cNvSpPr/>
          <p:nvPr/>
        </p:nvSpPr>
        <p:spPr>
          <a:xfrm>
            <a:off x="7197256" y="7954632"/>
            <a:ext cx="1851494" cy="1851494"/>
          </a:xfrm>
          <a:custGeom>
            <a:rect b="b" l="l" r="r" t="t"/>
            <a:pathLst>
              <a:path extrusionOk="0" h="1851494" w="1851494">
                <a:moveTo>
                  <a:pt x="0" y="0"/>
                </a:moveTo>
                <a:lnTo>
                  <a:pt x="1851494" y="0"/>
                </a:lnTo>
                <a:lnTo>
                  <a:pt x="1851494" y="1851494"/>
                </a:lnTo>
                <a:lnTo>
                  <a:pt x="0" y="1851494"/>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12"/>
          <p:cNvSpPr txBox="1"/>
          <p:nvPr/>
        </p:nvSpPr>
        <p:spPr>
          <a:xfrm>
            <a:off x="1904222" y="1577033"/>
            <a:ext cx="15355078" cy="1645285"/>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Clr>
                <a:srgbClr val="152540"/>
              </a:buClr>
              <a:buSzPts val="4599"/>
              <a:buFont typeface="Arial"/>
              <a:buNone/>
            </a:pPr>
            <a:r>
              <a:rPr b="0" i="0" lang="en-US" sz="4599" u="none" cap="none" strike="noStrike">
                <a:solidFill>
                  <a:srgbClr val="152540"/>
                </a:solidFill>
                <a:latin typeface="Arial"/>
                <a:ea typeface="Arial"/>
                <a:cs typeface="Arial"/>
                <a:sym typeface="Arial"/>
              </a:rPr>
              <a:t>GENERACIONES DE LENGUAJES DE PROGRAMACIÓN</a:t>
            </a:r>
            <a:endParaRPr sz="1800">
              <a:solidFill>
                <a:schemeClr val="dk1"/>
              </a:solidFill>
              <a:latin typeface="Trebuchet MS"/>
              <a:ea typeface="Trebuchet MS"/>
              <a:cs typeface="Trebuchet MS"/>
              <a:sym typeface="Trebuchet MS"/>
            </a:endParaRPr>
          </a:p>
        </p:txBody>
      </p:sp>
      <p:sp>
        <p:nvSpPr>
          <p:cNvPr id="364" name="Google Shape;364;p12"/>
          <p:cNvSpPr/>
          <p:nvPr/>
        </p:nvSpPr>
        <p:spPr>
          <a:xfrm>
            <a:off x="4591955" y="7954632"/>
            <a:ext cx="1475834" cy="1950494"/>
          </a:xfrm>
          <a:custGeom>
            <a:rect b="b" l="l" r="r" t="t"/>
            <a:pathLst>
              <a:path extrusionOk="0" h="1950494" w="1475834">
                <a:moveTo>
                  <a:pt x="0" y="0"/>
                </a:moveTo>
                <a:lnTo>
                  <a:pt x="1475834" y="0"/>
                </a:lnTo>
                <a:lnTo>
                  <a:pt x="1475834" y="1950494"/>
                </a:lnTo>
                <a:lnTo>
                  <a:pt x="0" y="1950494"/>
                </a:lnTo>
                <a:lnTo>
                  <a:pt x="0" y="0"/>
                </a:lnTo>
                <a:close/>
              </a:path>
            </a:pathLst>
          </a:custGeom>
          <a:blipFill rotWithShape="1">
            <a:blip r:embed="rId3">
              <a:alphaModFix/>
            </a:blip>
            <a:stretch>
              <a:fillRect b="0" l="-75925" r="-75799"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365" name="Google Shape;365;p12"/>
          <p:cNvSpPr/>
          <p:nvPr/>
        </p:nvSpPr>
        <p:spPr>
          <a:xfrm>
            <a:off x="6167188" y="8235970"/>
            <a:ext cx="4916841" cy="1387818"/>
          </a:xfrm>
          <a:custGeom>
            <a:rect b="b" l="l" r="r" t="t"/>
            <a:pathLst>
              <a:path extrusionOk="0" h="1387818" w="4916841">
                <a:moveTo>
                  <a:pt x="0" y="0"/>
                </a:moveTo>
                <a:lnTo>
                  <a:pt x="4916840" y="0"/>
                </a:lnTo>
                <a:lnTo>
                  <a:pt x="4916840" y="1387818"/>
                </a:lnTo>
                <a:lnTo>
                  <a:pt x="0" y="138781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366" name="Google Shape;366;p12"/>
          <p:cNvSpPr/>
          <p:nvPr/>
        </p:nvSpPr>
        <p:spPr>
          <a:xfrm>
            <a:off x="11179278" y="7954632"/>
            <a:ext cx="2516766" cy="1950494"/>
          </a:xfrm>
          <a:custGeom>
            <a:rect b="b" l="l" r="r" t="t"/>
            <a:pathLst>
              <a:path extrusionOk="0" h="1950494" w="2516766">
                <a:moveTo>
                  <a:pt x="0" y="0"/>
                </a:moveTo>
                <a:lnTo>
                  <a:pt x="2516767" y="0"/>
                </a:lnTo>
                <a:lnTo>
                  <a:pt x="2516767" y="1950494"/>
                </a:lnTo>
                <a:lnTo>
                  <a:pt x="0" y="195049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367" name="Google Shape;367;p12"/>
          <p:cNvSpPr txBox="1"/>
          <p:nvPr/>
        </p:nvSpPr>
        <p:spPr>
          <a:xfrm>
            <a:off x="1904222" y="5020792"/>
            <a:ext cx="14701023" cy="295797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rgbClr val="152540"/>
              </a:buClr>
              <a:buSzPts val="2794"/>
              <a:buFont typeface="Arial"/>
              <a:buNone/>
            </a:pPr>
            <a:r>
              <a:rPr b="0" i="0" lang="en-US" sz="2794" u="none" cap="none" strike="noStrike">
                <a:solidFill>
                  <a:srgbClr val="152540"/>
                </a:solidFill>
                <a:latin typeface="Arial"/>
                <a:ea typeface="Arial"/>
                <a:cs typeface="Arial"/>
                <a:sym typeface="Arial"/>
              </a:rPr>
              <a:t>Los lenguajes de cuarta generación se escribían en lenguajes de alto nivel, que son aún más fáciles de leer y escribir que los lenguajes de alto nivel. Los lenguajes de cuarta generación se utilizan a menudo para crear aplicaciones de negocios, y son fáciles de usar por personas sin experiencia en programación. Algunos de los lenguajes de cuarta generación más populares son SQL, ABAP y R.</a:t>
            </a:r>
            <a:endParaRPr sz="1800">
              <a:solidFill>
                <a:schemeClr val="dk1"/>
              </a:solidFill>
              <a:latin typeface="Trebuchet MS"/>
              <a:ea typeface="Trebuchet MS"/>
              <a:cs typeface="Trebuchet MS"/>
              <a:sym typeface="Trebuchet MS"/>
            </a:endParaRPr>
          </a:p>
        </p:txBody>
      </p:sp>
      <p:sp>
        <p:nvSpPr>
          <p:cNvPr id="368" name="Google Shape;368;p12"/>
          <p:cNvSpPr txBox="1"/>
          <p:nvPr/>
        </p:nvSpPr>
        <p:spPr>
          <a:xfrm>
            <a:off x="1904222" y="3787375"/>
            <a:ext cx="14701023" cy="720090"/>
          </a:xfrm>
          <a:prstGeom prst="rect">
            <a:avLst/>
          </a:prstGeom>
          <a:noFill/>
          <a:ln>
            <a:noFill/>
          </a:ln>
        </p:spPr>
        <p:txBody>
          <a:bodyPr anchorCtr="0" anchor="t" bIns="0" lIns="0" spcFirstLastPara="1" rIns="0" wrap="square" tIns="0">
            <a:spAutoFit/>
          </a:bodyPr>
          <a:lstStyle/>
          <a:p>
            <a:pPr indent="0" lvl="0" marL="0" marR="0" rtl="0" algn="l">
              <a:lnSpc>
                <a:spcPct val="139974"/>
              </a:lnSpc>
              <a:spcBef>
                <a:spcPts val="0"/>
              </a:spcBef>
              <a:spcAft>
                <a:spcPts val="0"/>
              </a:spcAft>
              <a:buClr>
                <a:srgbClr val="152540"/>
              </a:buClr>
              <a:buSzPts val="3900"/>
              <a:buFont typeface="Arial"/>
              <a:buNone/>
            </a:pPr>
            <a:r>
              <a:rPr b="0" i="0" lang="en-US" sz="3900" u="none" cap="none" strike="noStrike">
                <a:solidFill>
                  <a:srgbClr val="152540"/>
                </a:solidFill>
                <a:latin typeface="Arial"/>
                <a:ea typeface="Arial"/>
                <a:cs typeface="Arial"/>
                <a:sym typeface="Arial"/>
              </a:rPr>
              <a:t>CUARTA GENERACIÓN (1975 - 1985)</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13"/>
          <p:cNvSpPr txBox="1"/>
          <p:nvPr/>
        </p:nvSpPr>
        <p:spPr>
          <a:xfrm>
            <a:off x="1904222" y="1577033"/>
            <a:ext cx="15355078" cy="1645285"/>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Clr>
                <a:srgbClr val="152540"/>
              </a:buClr>
              <a:buSzPts val="4599"/>
              <a:buFont typeface="Arial"/>
              <a:buNone/>
            </a:pPr>
            <a:r>
              <a:rPr b="0" i="0" lang="en-US" sz="4599" u="none" cap="none" strike="noStrike">
                <a:solidFill>
                  <a:srgbClr val="152540"/>
                </a:solidFill>
                <a:latin typeface="Arial"/>
                <a:ea typeface="Arial"/>
                <a:cs typeface="Arial"/>
                <a:sym typeface="Arial"/>
              </a:rPr>
              <a:t>GENERACIONES DE LENGUAJES DE PROGRAMACIÓN</a:t>
            </a:r>
            <a:endParaRPr sz="1800">
              <a:solidFill>
                <a:schemeClr val="dk1"/>
              </a:solidFill>
              <a:latin typeface="Trebuchet MS"/>
              <a:ea typeface="Trebuchet MS"/>
              <a:cs typeface="Trebuchet MS"/>
              <a:sym typeface="Trebuchet MS"/>
            </a:endParaRPr>
          </a:p>
        </p:txBody>
      </p:sp>
      <p:sp>
        <p:nvSpPr>
          <p:cNvPr id="374" name="Google Shape;374;p13"/>
          <p:cNvSpPr/>
          <p:nvPr/>
        </p:nvSpPr>
        <p:spPr>
          <a:xfrm>
            <a:off x="8412816" y="7802830"/>
            <a:ext cx="1462368" cy="1455470"/>
          </a:xfrm>
          <a:custGeom>
            <a:rect b="b" l="l" r="r" t="t"/>
            <a:pathLst>
              <a:path extrusionOk="0" h="1455470" w="1462368">
                <a:moveTo>
                  <a:pt x="0" y="0"/>
                </a:moveTo>
                <a:lnTo>
                  <a:pt x="1462368" y="0"/>
                </a:lnTo>
                <a:lnTo>
                  <a:pt x="1462368" y="1455470"/>
                </a:lnTo>
                <a:lnTo>
                  <a:pt x="0" y="1455470"/>
                </a:lnTo>
                <a:lnTo>
                  <a:pt x="0" y="0"/>
                </a:lnTo>
                <a:close/>
              </a:path>
            </a:pathLst>
          </a:custGeom>
          <a:blipFill rotWithShape="1">
            <a:blip r:embed="rId3">
              <a:alphaModFix/>
            </a:blip>
            <a:stretch>
              <a:fillRect b="-39746" l="-30086" r="-36653" t="-2778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375" name="Google Shape;375;p13"/>
          <p:cNvSpPr txBox="1"/>
          <p:nvPr/>
        </p:nvSpPr>
        <p:spPr>
          <a:xfrm>
            <a:off x="1904222" y="5030317"/>
            <a:ext cx="14701023" cy="2836685"/>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rgbClr val="152540"/>
              </a:buClr>
              <a:buSzPts val="2694"/>
              <a:buFont typeface="Arial"/>
              <a:buNone/>
            </a:pPr>
            <a:r>
              <a:rPr b="0" i="0" lang="en-US" sz="2694" u="none" cap="none" strike="noStrike">
                <a:solidFill>
                  <a:srgbClr val="152540"/>
                </a:solidFill>
                <a:latin typeface="Arial"/>
                <a:ea typeface="Arial"/>
                <a:cs typeface="Arial"/>
                <a:sym typeface="Arial"/>
              </a:rPr>
              <a:t>Los lenguajes de quinta generación se escriben en lenguajes de alto nivel, que son muy parecidos al lenguaje humano. Los lenguajes de quinta generación se utilizan a menudo para crear sistemas expertos, que son programas informáticos que pueden tomar decisiones y resolver problemas como lo haría un humano. Algunos de los lenguajes de quinta generación más populares son Prolog, Mercury y OPS5.</a:t>
            </a:r>
            <a:endParaRPr sz="1800">
              <a:solidFill>
                <a:schemeClr val="dk1"/>
              </a:solidFill>
              <a:latin typeface="Trebuchet MS"/>
              <a:ea typeface="Trebuchet MS"/>
              <a:cs typeface="Trebuchet MS"/>
              <a:sym typeface="Trebuchet MS"/>
            </a:endParaRPr>
          </a:p>
        </p:txBody>
      </p:sp>
      <p:sp>
        <p:nvSpPr>
          <p:cNvPr id="376" name="Google Shape;376;p13"/>
          <p:cNvSpPr txBox="1"/>
          <p:nvPr/>
        </p:nvSpPr>
        <p:spPr>
          <a:xfrm>
            <a:off x="1904222" y="3806133"/>
            <a:ext cx="14833393" cy="6445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152540"/>
              </a:buClr>
              <a:buSzPts val="3500"/>
              <a:buFont typeface="Arial"/>
              <a:buNone/>
            </a:pPr>
            <a:r>
              <a:rPr b="0" i="0" lang="en-US" sz="3500" u="none" cap="none" strike="noStrike">
                <a:solidFill>
                  <a:srgbClr val="152540"/>
                </a:solidFill>
                <a:latin typeface="Arial"/>
                <a:ea typeface="Arial"/>
                <a:cs typeface="Arial"/>
                <a:sym typeface="Arial"/>
              </a:rPr>
              <a:t>QUINTA GENERACIÓN (1985 - PRESENTE)</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14"/>
          <p:cNvSpPr txBox="1"/>
          <p:nvPr/>
        </p:nvSpPr>
        <p:spPr>
          <a:xfrm>
            <a:off x="1904222" y="895350"/>
            <a:ext cx="14701023" cy="736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152540"/>
              </a:buClr>
              <a:buSzPts val="4000"/>
              <a:buFont typeface="Arial"/>
              <a:buNone/>
            </a:pPr>
            <a:r>
              <a:rPr b="0" i="0" lang="en-US" sz="4000" u="none" cap="none" strike="noStrike">
                <a:solidFill>
                  <a:srgbClr val="152540"/>
                </a:solidFill>
                <a:latin typeface="Arial"/>
                <a:ea typeface="Arial"/>
                <a:cs typeface="Arial"/>
                <a:sym typeface="Arial"/>
              </a:rPr>
              <a:t>PARADIGMAS DE PROGRAMACIÓN</a:t>
            </a:r>
            <a:endParaRPr sz="1800">
              <a:solidFill>
                <a:schemeClr val="dk1"/>
              </a:solidFill>
              <a:latin typeface="Trebuchet MS"/>
              <a:ea typeface="Trebuchet MS"/>
              <a:cs typeface="Trebuchet MS"/>
              <a:sym typeface="Trebuchet MS"/>
            </a:endParaRPr>
          </a:p>
        </p:txBody>
      </p:sp>
      <p:sp>
        <p:nvSpPr>
          <p:cNvPr id="382" name="Google Shape;382;p14"/>
          <p:cNvSpPr txBox="1"/>
          <p:nvPr/>
        </p:nvSpPr>
        <p:spPr>
          <a:xfrm>
            <a:off x="1904222" y="2116306"/>
            <a:ext cx="14701023" cy="692037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rgbClr val="152540"/>
              </a:buClr>
              <a:buSzPts val="2794"/>
              <a:buFont typeface="Arial"/>
              <a:buNone/>
            </a:pPr>
            <a:r>
              <a:rPr b="0" i="0" lang="en-US" sz="2794" u="none" cap="none" strike="noStrike">
                <a:solidFill>
                  <a:srgbClr val="152540"/>
                </a:solidFill>
                <a:latin typeface="Arial"/>
                <a:ea typeface="Arial"/>
                <a:cs typeface="Arial"/>
                <a:sym typeface="Arial"/>
              </a:rPr>
              <a:t>Un paradigma de programación es un conjunto de principios y prácticas que se utilizan para diseñar y escribir programas informáticos. Los paradigmas de programación se pueden utilizar en combinación para crear programas más complejos y poderosos.</a:t>
            </a:r>
            <a:endParaRPr sz="1800">
              <a:solidFill>
                <a:schemeClr val="dk1"/>
              </a:solidFill>
              <a:latin typeface="Trebuchet MS"/>
              <a:ea typeface="Trebuchet MS"/>
              <a:cs typeface="Trebuchet MS"/>
              <a:sym typeface="Trebuchet MS"/>
            </a:endParaRPr>
          </a:p>
          <a:p>
            <a:pPr indent="-301666" lvl="1" marL="603333" marR="0" rtl="0" algn="just">
              <a:lnSpc>
                <a:spcPct val="140014"/>
              </a:lnSpc>
              <a:spcBef>
                <a:spcPts val="0"/>
              </a:spcBef>
              <a:spcAft>
                <a:spcPts val="0"/>
              </a:spcAft>
              <a:buClr>
                <a:srgbClr val="152540"/>
              </a:buClr>
              <a:buSzPts val="2794"/>
              <a:buFont typeface="Arial"/>
              <a:buChar char="•"/>
            </a:pPr>
            <a:r>
              <a:rPr b="1" i="0" lang="en-US" sz="2794" u="none" cap="none" strike="noStrike">
                <a:solidFill>
                  <a:srgbClr val="152540"/>
                </a:solidFill>
                <a:latin typeface="Arial"/>
                <a:ea typeface="Arial"/>
                <a:cs typeface="Arial"/>
                <a:sym typeface="Arial"/>
              </a:rPr>
              <a:t>Programación imperativa</a:t>
            </a:r>
            <a:r>
              <a:rPr b="0" i="0" lang="en-US" sz="2794" u="none" cap="none" strike="noStrike">
                <a:solidFill>
                  <a:srgbClr val="152540"/>
                </a:solidFill>
                <a:latin typeface="Arial"/>
                <a:ea typeface="Arial"/>
                <a:cs typeface="Arial"/>
                <a:sym typeface="Arial"/>
              </a:rPr>
              <a:t>: este paradigma se basa en la idea de dar instrucciones a la computadora paso a paso.</a:t>
            </a:r>
            <a:endParaRPr b="0" i="0" sz="1800" u="none" cap="none" strike="noStrike">
              <a:solidFill>
                <a:schemeClr val="dk1"/>
              </a:solidFill>
              <a:latin typeface="Trebuchet MS"/>
              <a:ea typeface="Trebuchet MS"/>
              <a:cs typeface="Trebuchet MS"/>
              <a:sym typeface="Trebuchet MS"/>
            </a:endParaRPr>
          </a:p>
          <a:p>
            <a:pPr indent="-301666" lvl="1" marL="603333" marR="0" rtl="0" algn="just">
              <a:lnSpc>
                <a:spcPct val="140014"/>
              </a:lnSpc>
              <a:spcBef>
                <a:spcPts val="0"/>
              </a:spcBef>
              <a:spcAft>
                <a:spcPts val="0"/>
              </a:spcAft>
              <a:buClr>
                <a:srgbClr val="152540"/>
              </a:buClr>
              <a:buSzPts val="2794"/>
              <a:buFont typeface="Arial"/>
              <a:buChar char="•"/>
            </a:pPr>
            <a:r>
              <a:rPr b="1" i="0" lang="en-US" sz="2794" u="none" cap="none" strike="noStrike">
                <a:solidFill>
                  <a:srgbClr val="152540"/>
                </a:solidFill>
                <a:latin typeface="Arial"/>
                <a:ea typeface="Arial"/>
                <a:cs typeface="Arial"/>
                <a:sym typeface="Arial"/>
              </a:rPr>
              <a:t>Programación orientada a objetos</a:t>
            </a:r>
            <a:r>
              <a:rPr b="0" i="0" lang="en-US" sz="2794" u="none" cap="none" strike="noStrike">
                <a:solidFill>
                  <a:srgbClr val="152540"/>
                </a:solidFill>
                <a:latin typeface="Arial"/>
                <a:ea typeface="Arial"/>
                <a:cs typeface="Arial"/>
                <a:sym typeface="Arial"/>
              </a:rPr>
              <a:t>: este paradigma se basa en la idea de crear objetos que representan conceptos del mundo real.</a:t>
            </a:r>
            <a:endParaRPr b="0" i="0" sz="1800" u="none" cap="none" strike="noStrike">
              <a:solidFill>
                <a:schemeClr val="dk1"/>
              </a:solidFill>
              <a:latin typeface="Trebuchet MS"/>
              <a:ea typeface="Trebuchet MS"/>
              <a:cs typeface="Trebuchet MS"/>
              <a:sym typeface="Trebuchet MS"/>
            </a:endParaRPr>
          </a:p>
          <a:p>
            <a:pPr indent="-301666" lvl="1" marL="603333" marR="0" rtl="0" algn="just">
              <a:lnSpc>
                <a:spcPct val="140014"/>
              </a:lnSpc>
              <a:spcBef>
                <a:spcPts val="0"/>
              </a:spcBef>
              <a:spcAft>
                <a:spcPts val="0"/>
              </a:spcAft>
              <a:buClr>
                <a:srgbClr val="152540"/>
              </a:buClr>
              <a:buSzPts val="2794"/>
              <a:buFont typeface="Arial"/>
              <a:buChar char="•"/>
            </a:pPr>
            <a:r>
              <a:rPr b="1" i="0" lang="en-US" sz="2794" u="none" cap="none" strike="noStrike">
                <a:solidFill>
                  <a:srgbClr val="152540"/>
                </a:solidFill>
                <a:latin typeface="Arial"/>
                <a:ea typeface="Arial"/>
                <a:cs typeface="Arial"/>
                <a:sym typeface="Arial"/>
              </a:rPr>
              <a:t>Programación funcional</a:t>
            </a:r>
            <a:r>
              <a:rPr b="0" i="0" lang="en-US" sz="2794" u="none" cap="none" strike="noStrike">
                <a:solidFill>
                  <a:srgbClr val="152540"/>
                </a:solidFill>
                <a:latin typeface="Arial"/>
                <a:ea typeface="Arial"/>
                <a:cs typeface="Arial"/>
                <a:sym typeface="Arial"/>
              </a:rPr>
              <a:t>: este paradigma se basa en la idea de usar funciones para representar el comportamiento de un programa.</a:t>
            </a:r>
            <a:endParaRPr b="0" i="0" sz="1800" u="none" cap="none" strike="noStrike">
              <a:solidFill>
                <a:schemeClr val="dk1"/>
              </a:solidFill>
              <a:latin typeface="Trebuchet MS"/>
              <a:ea typeface="Trebuchet MS"/>
              <a:cs typeface="Trebuchet MS"/>
              <a:sym typeface="Trebuchet MS"/>
            </a:endParaRPr>
          </a:p>
          <a:p>
            <a:pPr indent="-301666" lvl="1" marL="603333" marR="0" rtl="0" algn="just">
              <a:lnSpc>
                <a:spcPct val="140014"/>
              </a:lnSpc>
              <a:spcBef>
                <a:spcPts val="0"/>
              </a:spcBef>
              <a:spcAft>
                <a:spcPts val="0"/>
              </a:spcAft>
              <a:buClr>
                <a:srgbClr val="152540"/>
              </a:buClr>
              <a:buSzPts val="2794"/>
              <a:buFont typeface="Arial"/>
              <a:buChar char="•"/>
            </a:pPr>
            <a:r>
              <a:rPr b="1" i="0" lang="en-US" sz="2794" u="none" cap="none" strike="noStrike">
                <a:solidFill>
                  <a:srgbClr val="152540"/>
                </a:solidFill>
                <a:latin typeface="Arial"/>
                <a:ea typeface="Arial"/>
                <a:cs typeface="Arial"/>
                <a:sym typeface="Arial"/>
              </a:rPr>
              <a:t>Programación lógica</a:t>
            </a:r>
            <a:r>
              <a:rPr b="0" i="0" lang="en-US" sz="2794" u="none" cap="none" strike="noStrike">
                <a:solidFill>
                  <a:srgbClr val="152540"/>
                </a:solidFill>
                <a:latin typeface="Arial"/>
                <a:ea typeface="Arial"/>
                <a:cs typeface="Arial"/>
                <a:sym typeface="Arial"/>
              </a:rPr>
              <a:t>: este paradigma se basa en la idea de usar lógica para representar el conocimiento.</a:t>
            </a:r>
            <a:endParaRPr b="0" i="0" sz="1800" u="none" cap="none" strike="noStrike">
              <a:solidFill>
                <a:schemeClr val="dk1"/>
              </a:solidFill>
              <a:latin typeface="Trebuchet MS"/>
              <a:ea typeface="Trebuchet MS"/>
              <a:cs typeface="Trebuchet MS"/>
              <a:sym typeface="Trebuchet MS"/>
            </a:endParaRPr>
          </a:p>
          <a:p>
            <a:pPr indent="-301666" lvl="1" marL="603333" marR="0" rtl="0" algn="just">
              <a:lnSpc>
                <a:spcPct val="140014"/>
              </a:lnSpc>
              <a:spcBef>
                <a:spcPts val="0"/>
              </a:spcBef>
              <a:spcAft>
                <a:spcPts val="0"/>
              </a:spcAft>
              <a:buClr>
                <a:srgbClr val="152540"/>
              </a:buClr>
              <a:buSzPts val="2794"/>
              <a:buFont typeface="Arial"/>
              <a:buChar char="•"/>
            </a:pPr>
            <a:r>
              <a:rPr b="1" i="0" lang="en-US" sz="2794" u="none" cap="none" strike="noStrike">
                <a:solidFill>
                  <a:srgbClr val="152540"/>
                </a:solidFill>
                <a:latin typeface="Arial"/>
                <a:ea typeface="Arial"/>
                <a:cs typeface="Arial"/>
                <a:sym typeface="Arial"/>
              </a:rPr>
              <a:t>Programación declarativa</a:t>
            </a:r>
            <a:r>
              <a:rPr b="0" i="0" lang="en-US" sz="2794" u="none" cap="none" strike="noStrike">
                <a:solidFill>
                  <a:srgbClr val="152540"/>
                </a:solidFill>
                <a:latin typeface="Arial"/>
                <a:ea typeface="Arial"/>
                <a:cs typeface="Arial"/>
                <a:sym typeface="Arial"/>
              </a:rPr>
              <a:t>: este paradigma se centra en describir qué debe hacerse, en lugar de cómo hacerlo.</a:t>
            </a:r>
            <a:endParaRPr b="0" i="0" sz="18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g362d1a54d81_0_0"/>
          <p:cNvSpPr txBox="1"/>
          <p:nvPr/>
        </p:nvSpPr>
        <p:spPr>
          <a:xfrm>
            <a:off x="1904222" y="895350"/>
            <a:ext cx="14700900" cy="615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152540"/>
              </a:buClr>
              <a:buSzPts val="4000"/>
              <a:buFont typeface="Arial"/>
              <a:buNone/>
            </a:pPr>
            <a:r>
              <a:rPr b="0" i="0" lang="en-US" sz="4000" u="none" cap="none" strike="noStrike">
                <a:solidFill>
                  <a:srgbClr val="152540"/>
                </a:solidFill>
                <a:latin typeface="Arial"/>
                <a:ea typeface="Arial"/>
                <a:cs typeface="Arial"/>
                <a:sym typeface="Arial"/>
              </a:rPr>
              <a:t>PARADIGMAS </a:t>
            </a:r>
            <a:r>
              <a:rPr lang="en-US" sz="4000">
                <a:solidFill>
                  <a:srgbClr val="152540"/>
                </a:solidFill>
                <a:latin typeface="Trebuchet MS"/>
                <a:ea typeface="Trebuchet MS"/>
                <a:cs typeface="Trebuchet MS"/>
                <a:sym typeface="Trebuchet MS"/>
              </a:rPr>
              <a:t>EJEMPLOS</a:t>
            </a:r>
            <a:endParaRPr sz="1800">
              <a:solidFill>
                <a:schemeClr val="dk1"/>
              </a:solidFill>
              <a:latin typeface="Trebuchet MS"/>
              <a:ea typeface="Trebuchet MS"/>
              <a:cs typeface="Trebuchet MS"/>
              <a:sym typeface="Trebuchet MS"/>
            </a:endParaRPr>
          </a:p>
        </p:txBody>
      </p:sp>
      <p:pic>
        <p:nvPicPr>
          <p:cNvPr id="388" name="Google Shape;388;g362d1a54d81_0_0"/>
          <p:cNvPicPr preferRelativeResize="0"/>
          <p:nvPr/>
        </p:nvPicPr>
        <p:blipFill rotWithShape="1">
          <a:blip r:embed="rId3">
            <a:alphaModFix/>
          </a:blip>
          <a:srcRect b="0" l="0" r="0" t="0"/>
          <a:stretch/>
        </p:blipFill>
        <p:spPr>
          <a:xfrm>
            <a:off x="514150" y="2701500"/>
            <a:ext cx="5185000" cy="5493500"/>
          </a:xfrm>
          <a:prstGeom prst="rect">
            <a:avLst/>
          </a:prstGeom>
          <a:noFill/>
          <a:ln>
            <a:noFill/>
          </a:ln>
        </p:spPr>
      </p:pic>
      <p:pic>
        <p:nvPicPr>
          <p:cNvPr id="389" name="Google Shape;389;g362d1a54d81_0_0"/>
          <p:cNvPicPr preferRelativeResize="0"/>
          <p:nvPr/>
        </p:nvPicPr>
        <p:blipFill rotWithShape="1">
          <a:blip r:embed="rId4">
            <a:alphaModFix/>
          </a:blip>
          <a:srcRect b="0" l="0" r="0" t="0"/>
          <a:stretch/>
        </p:blipFill>
        <p:spPr>
          <a:xfrm>
            <a:off x="6161000" y="2701500"/>
            <a:ext cx="5629276" cy="5340183"/>
          </a:xfrm>
          <a:prstGeom prst="rect">
            <a:avLst/>
          </a:prstGeom>
          <a:noFill/>
          <a:ln>
            <a:noFill/>
          </a:ln>
        </p:spPr>
      </p:pic>
      <p:pic>
        <p:nvPicPr>
          <p:cNvPr id="390" name="Google Shape;390;g362d1a54d81_0_0"/>
          <p:cNvPicPr preferRelativeResize="0"/>
          <p:nvPr/>
        </p:nvPicPr>
        <p:blipFill rotWithShape="1">
          <a:blip r:embed="rId5">
            <a:alphaModFix/>
          </a:blip>
          <a:srcRect b="0" l="0" r="0" t="0"/>
          <a:stretch/>
        </p:blipFill>
        <p:spPr>
          <a:xfrm>
            <a:off x="12122425" y="2701500"/>
            <a:ext cx="5856225" cy="53401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15"/>
          <p:cNvSpPr txBox="1"/>
          <p:nvPr/>
        </p:nvSpPr>
        <p:spPr>
          <a:xfrm>
            <a:off x="1904222" y="2853826"/>
            <a:ext cx="14701023" cy="6682740"/>
          </a:xfrm>
          <a:prstGeom prst="rect">
            <a:avLst/>
          </a:prstGeom>
          <a:noFill/>
          <a:ln>
            <a:noFill/>
          </a:ln>
        </p:spPr>
        <p:txBody>
          <a:bodyPr anchorCtr="0" anchor="t" bIns="0" lIns="0" spcFirstLastPara="1" rIns="0" wrap="square" tIns="0">
            <a:spAutoFit/>
          </a:bodyPr>
          <a:lstStyle/>
          <a:p>
            <a:pPr indent="0" lvl="0" marL="0" marR="0" rtl="0" algn="just">
              <a:lnSpc>
                <a:spcPct val="139958"/>
              </a:lnSpc>
              <a:spcBef>
                <a:spcPts val="0"/>
              </a:spcBef>
              <a:spcAft>
                <a:spcPts val="0"/>
              </a:spcAft>
              <a:buClr>
                <a:srgbClr val="152540"/>
              </a:buClr>
              <a:buSzPts val="2400"/>
              <a:buFont typeface="Arial"/>
              <a:buNone/>
            </a:pPr>
            <a:r>
              <a:rPr b="0" i="0" lang="en-US" sz="2400" u="none" cap="none" strike="noStrike">
                <a:solidFill>
                  <a:srgbClr val="152540"/>
                </a:solidFill>
                <a:latin typeface="Arial"/>
                <a:ea typeface="Arial"/>
                <a:cs typeface="Arial"/>
                <a:sym typeface="Arial"/>
              </a:rPr>
              <a:t>La programación imperativa es un paradigma que se centra en cómo se modifican los estados de un programa a lo largo del tiempo, dando instrucciones a la computadora paso a paso. Se utiliza declaraciones de asignación para asignar valores a variables y declaraciones de control de flujo para determinar el orden de ejecución de las instrucciones.</a:t>
            </a:r>
            <a:endParaRPr sz="1800">
              <a:solidFill>
                <a:schemeClr val="dk1"/>
              </a:solidFill>
              <a:latin typeface="Trebuchet MS"/>
              <a:ea typeface="Trebuchet MS"/>
              <a:cs typeface="Trebuchet MS"/>
              <a:sym typeface="Trebuchet MS"/>
            </a:endParaRPr>
          </a:p>
          <a:p>
            <a:pPr indent="-259079" lvl="1" marL="518160" marR="0" rtl="0" algn="just">
              <a:lnSpc>
                <a:spcPct val="139958"/>
              </a:lnSpc>
              <a:spcBef>
                <a:spcPts val="0"/>
              </a:spcBef>
              <a:spcAft>
                <a:spcPts val="0"/>
              </a:spcAft>
              <a:buClr>
                <a:srgbClr val="152540"/>
              </a:buClr>
              <a:buSzPts val="2400"/>
              <a:buFont typeface="Arial"/>
              <a:buChar char="•"/>
            </a:pPr>
            <a:r>
              <a:rPr b="1" i="0" lang="en-US" sz="2400" u="none" cap="none" strike="noStrike">
                <a:solidFill>
                  <a:srgbClr val="152540"/>
                </a:solidFill>
                <a:latin typeface="Arial"/>
                <a:ea typeface="Arial"/>
                <a:cs typeface="Arial"/>
                <a:sym typeface="Arial"/>
              </a:rPr>
              <a:t>Ventajas</a:t>
            </a:r>
            <a:endParaRPr b="0" i="0" sz="1800" u="none" cap="none" strike="noStrike">
              <a:solidFill>
                <a:schemeClr val="dk1"/>
              </a:solidFill>
              <a:latin typeface="Trebuchet MS"/>
              <a:ea typeface="Trebuchet MS"/>
              <a:cs typeface="Trebuchet MS"/>
              <a:sym typeface="Trebuchet MS"/>
            </a:endParaRPr>
          </a:p>
          <a:p>
            <a:pPr indent="-345439" lvl="2" marL="1036320" marR="0" rtl="0" algn="just">
              <a:lnSpc>
                <a:spcPct val="139958"/>
              </a:lnSpc>
              <a:spcBef>
                <a:spcPts val="0"/>
              </a:spcBef>
              <a:spcAft>
                <a:spcPts val="0"/>
              </a:spcAft>
              <a:buClr>
                <a:srgbClr val="152540"/>
              </a:buClr>
              <a:buSzPts val="2400"/>
              <a:buFont typeface="Arial"/>
              <a:buChar char="⚬"/>
            </a:pPr>
            <a:r>
              <a:rPr b="0" i="0" lang="en-US" sz="2400" u="none" cap="none" strike="noStrike">
                <a:solidFill>
                  <a:srgbClr val="152540"/>
                </a:solidFill>
                <a:latin typeface="Arial"/>
                <a:ea typeface="Arial"/>
                <a:cs typeface="Arial"/>
                <a:sym typeface="Arial"/>
              </a:rPr>
              <a:t>Es fácil de entender y de aprender.</a:t>
            </a:r>
            <a:endParaRPr b="0" i="0" sz="1800" u="none" cap="none" strike="noStrike">
              <a:solidFill>
                <a:schemeClr val="dk1"/>
              </a:solidFill>
              <a:latin typeface="Trebuchet MS"/>
              <a:ea typeface="Trebuchet MS"/>
              <a:cs typeface="Trebuchet MS"/>
              <a:sym typeface="Trebuchet MS"/>
            </a:endParaRPr>
          </a:p>
          <a:p>
            <a:pPr indent="-345439" lvl="2" marL="1036320" marR="0" rtl="0" algn="just">
              <a:lnSpc>
                <a:spcPct val="139958"/>
              </a:lnSpc>
              <a:spcBef>
                <a:spcPts val="0"/>
              </a:spcBef>
              <a:spcAft>
                <a:spcPts val="0"/>
              </a:spcAft>
              <a:buClr>
                <a:srgbClr val="152540"/>
              </a:buClr>
              <a:buSzPts val="2400"/>
              <a:buFont typeface="Arial"/>
              <a:buChar char="⚬"/>
            </a:pPr>
            <a:r>
              <a:rPr b="0" i="0" lang="en-US" sz="2400" u="none" cap="none" strike="noStrike">
                <a:solidFill>
                  <a:srgbClr val="152540"/>
                </a:solidFill>
                <a:latin typeface="Arial"/>
                <a:ea typeface="Arial"/>
                <a:cs typeface="Arial"/>
                <a:sym typeface="Arial"/>
              </a:rPr>
              <a:t>Es versátil y puede ser utilizado para escribir una amplia gama de programas.</a:t>
            </a:r>
            <a:endParaRPr b="0" i="0" sz="1800" u="none" cap="none" strike="noStrike">
              <a:solidFill>
                <a:schemeClr val="dk1"/>
              </a:solidFill>
              <a:latin typeface="Trebuchet MS"/>
              <a:ea typeface="Trebuchet MS"/>
              <a:cs typeface="Trebuchet MS"/>
              <a:sym typeface="Trebuchet MS"/>
            </a:endParaRPr>
          </a:p>
          <a:p>
            <a:pPr indent="-345439" lvl="2" marL="1036320" marR="0" rtl="0" algn="just">
              <a:lnSpc>
                <a:spcPct val="139958"/>
              </a:lnSpc>
              <a:spcBef>
                <a:spcPts val="0"/>
              </a:spcBef>
              <a:spcAft>
                <a:spcPts val="0"/>
              </a:spcAft>
              <a:buClr>
                <a:srgbClr val="152540"/>
              </a:buClr>
              <a:buSzPts val="2400"/>
              <a:buFont typeface="Arial"/>
              <a:buChar char="⚬"/>
            </a:pPr>
            <a:r>
              <a:rPr b="0" i="0" lang="en-US" sz="2400" u="none" cap="none" strike="noStrike">
                <a:solidFill>
                  <a:srgbClr val="152540"/>
                </a:solidFill>
                <a:latin typeface="Arial"/>
                <a:ea typeface="Arial"/>
                <a:cs typeface="Arial"/>
                <a:sym typeface="Arial"/>
              </a:rPr>
              <a:t>Es rápido y eficiente.</a:t>
            </a:r>
            <a:endParaRPr b="0" i="0" sz="1800" u="none" cap="none" strike="noStrike">
              <a:solidFill>
                <a:schemeClr val="dk1"/>
              </a:solidFill>
              <a:latin typeface="Trebuchet MS"/>
              <a:ea typeface="Trebuchet MS"/>
              <a:cs typeface="Trebuchet MS"/>
              <a:sym typeface="Trebuchet MS"/>
            </a:endParaRPr>
          </a:p>
          <a:p>
            <a:pPr indent="-259079" lvl="1" marL="518160" marR="0" rtl="0" algn="just">
              <a:lnSpc>
                <a:spcPct val="139958"/>
              </a:lnSpc>
              <a:spcBef>
                <a:spcPts val="0"/>
              </a:spcBef>
              <a:spcAft>
                <a:spcPts val="0"/>
              </a:spcAft>
              <a:buClr>
                <a:srgbClr val="152540"/>
              </a:buClr>
              <a:buSzPts val="2400"/>
              <a:buFont typeface="Arial"/>
              <a:buChar char="•"/>
            </a:pPr>
            <a:r>
              <a:rPr b="1" i="0" lang="en-US" sz="2400" u="none" cap="none" strike="noStrike">
                <a:solidFill>
                  <a:srgbClr val="152540"/>
                </a:solidFill>
                <a:latin typeface="Arial"/>
                <a:ea typeface="Arial"/>
                <a:cs typeface="Arial"/>
                <a:sym typeface="Arial"/>
              </a:rPr>
              <a:t>Desventajas</a:t>
            </a:r>
            <a:endParaRPr b="0" i="0" sz="1800" u="none" cap="none" strike="noStrike">
              <a:solidFill>
                <a:schemeClr val="dk1"/>
              </a:solidFill>
              <a:latin typeface="Trebuchet MS"/>
              <a:ea typeface="Trebuchet MS"/>
              <a:cs typeface="Trebuchet MS"/>
              <a:sym typeface="Trebuchet MS"/>
            </a:endParaRPr>
          </a:p>
          <a:p>
            <a:pPr indent="-345439" lvl="2" marL="1036320" marR="0" rtl="0" algn="just">
              <a:lnSpc>
                <a:spcPct val="139958"/>
              </a:lnSpc>
              <a:spcBef>
                <a:spcPts val="0"/>
              </a:spcBef>
              <a:spcAft>
                <a:spcPts val="0"/>
              </a:spcAft>
              <a:buClr>
                <a:srgbClr val="152540"/>
              </a:buClr>
              <a:buSzPts val="2400"/>
              <a:buFont typeface="Arial"/>
              <a:buChar char="⚬"/>
            </a:pPr>
            <a:r>
              <a:rPr b="0" i="0" lang="en-US" sz="2400" u="none" cap="none" strike="noStrike">
                <a:solidFill>
                  <a:srgbClr val="152540"/>
                </a:solidFill>
                <a:latin typeface="Arial"/>
                <a:ea typeface="Arial"/>
                <a:cs typeface="Arial"/>
                <a:sym typeface="Arial"/>
              </a:rPr>
              <a:t>Puede ser difícil de mantener, especialmente para programas grandes y complejos.</a:t>
            </a:r>
            <a:endParaRPr b="0" i="0" sz="1800" u="none" cap="none" strike="noStrike">
              <a:solidFill>
                <a:schemeClr val="dk1"/>
              </a:solidFill>
              <a:latin typeface="Trebuchet MS"/>
              <a:ea typeface="Trebuchet MS"/>
              <a:cs typeface="Trebuchet MS"/>
              <a:sym typeface="Trebuchet MS"/>
            </a:endParaRPr>
          </a:p>
          <a:p>
            <a:pPr indent="-345439" lvl="2" marL="1036320" marR="0" rtl="0" algn="just">
              <a:lnSpc>
                <a:spcPct val="139958"/>
              </a:lnSpc>
              <a:spcBef>
                <a:spcPts val="0"/>
              </a:spcBef>
              <a:spcAft>
                <a:spcPts val="0"/>
              </a:spcAft>
              <a:buClr>
                <a:srgbClr val="152540"/>
              </a:buClr>
              <a:buSzPts val="2400"/>
              <a:buFont typeface="Arial"/>
              <a:buChar char="⚬"/>
            </a:pPr>
            <a:r>
              <a:rPr b="0" i="0" lang="en-US" sz="2400" u="none" cap="none" strike="noStrike">
                <a:solidFill>
                  <a:srgbClr val="152540"/>
                </a:solidFill>
                <a:latin typeface="Arial"/>
                <a:ea typeface="Arial"/>
                <a:cs typeface="Arial"/>
                <a:sym typeface="Arial"/>
              </a:rPr>
              <a:t>Puede ser difícil de depurar, especialmente para programas que contienen muchos ciclos.</a:t>
            </a:r>
            <a:endParaRPr b="0" i="0" sz="1800" u="none" cap="none" strike="noStrike">
              <a:solidFill>
                <a:schemeClr val="dk1"/>
              </a:solidFill>
              <a:latin typeface="Trebuchet MS"/>
              <a:ea typeface="Trebuchet MS"/>
              <a:cs typeface="Trebuchet MS"/>
              <a:sym typeface="Trebuchet MS"/>
            </a:endParaRPr>
          </a:p>
          <a:p>
            <a:pPr indent="-345439" lvl="2" marL="1036320" marR="0" rtl="0" algn="just">
              <a:lnSpc>
                <a:spcPct val="139958"/>
              </a:lnSpc>
              <a:spcBef>
                <a:spcPts val="0"/>
              </a:spcBef>
              <a:spcAft>
                <a:spcPts val="0"/>
              </a:spcAft>
              <a:buClr>
                <a:srgbClr val="152540"/>
              </a:buClr>
              <a:buSzPts val="2400"/>
              <a:buFont typeface="Arial"/>
              <a:buChar char="⚬"/>
            </a:pPr>
            <a:r>
              <a:rPr b="0" i="0" lang="en-US" sz="2400" u="none" cap="none" strike="noStrike">
                <a:solidFill>
                  <a:srgbClr val="152540"/>
                </a:solidFill>
                <a:latin typeface="Arial"/>
                <a:ea typeface="Arial"/>
                <a:cs typeface="Arial"/>
                <a:sym typeface="Arial"/>
              </a:rPr>
              <a:t>Puede no ser adecuado para escribir programas que requieren un alto nivel de concurrencia.</a:t>
            </a:r>
            <a:endParaRPr b="0" i="0" sz="1800" u="none" cap="none" strike="noStrike">
              <a:solidFill>
                <a:schemeClr val="dk1"/>
              </a:solidFill>
              <a:latin typeface="Trebuchet MS"/>
              <a:ea typeface="Trebuchet MS"/>
              <a:cs typeface="Trebuchet MS"/>
              <a:sym typeface="Trebuchet MS"/>
            </a:endParaRPr>
          </a:p>
        </p:txBody>
      </p:sp>
      <p:sp>
        <p:nvSpPr>
          <p:cNvPr id="396" name="Google Shape;396;p15"/>
          <p:cNvSpPr txBox="1"/>
          <p:nvPr/>
        </p:nvSpPr>
        <p:spPr>
          <a:xfrm>
            <a:off x="1904222" y="1782237"/>
            <a:ext cx="14701023" cy="6445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152540"/>
              </a:buClr>
              <a:buSzPts val="3500"/>
              <a:buFont typeface="Arial"/>
              <a:buNone/>
            </a:pPr>
            <a:r>
              <a:rPr b="0" i="0" lang="en-US" sz="3500" u="none" cap="none" strike="noStrike">
                <a:solidFill>
                  <a:srgbClr val="152540"/>
                </a:solidFill>
                <a:latin typeface="Arial"/>
                <a:ea typeface="Arial"/>
                <a:cs typeface="Arial"/>
                <a:sym typeface="Arial"/>
              </a:rPr>
              <a:t>IMPERATIVO O DE PROCEDIMIENTOS</a:t>
            </a:r>
            <a:endParaRPr sz="1800">
              <a:solidFill>
                <a:schemeClr val="dk1"/>
              </a:solidFill>
              <a:latin typeface="Trebuchet MS"/>
              <a:ea typeface="Trebuchet MS"/>
              <a:cs typeface="Trebuchet MS"/>
              <a:sym typeface="Trebuchet MS"/>
            </a:endParaRPr>
          </a:p>
        </p:txBody>
      </p:sp>
      <p:sp>
        <p:nvSpPr>
          <p:cNvPr id="397" name="Google Shape;397;p15"/>
          <p:cNvSpPr txBox="1"/>
          <p:nvPr/>
        </p:nvSpPr>
        <p:spPr>
          <a:xfrm>
            <a:off x="1904222" y="895350"/>
            <a:ext cx="14701023" cy="736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152540"/>
              </a:buClr>
              <a:buSzPts val="4000"/>
              <a:buFont typeface="Arial"/>
              <a:buNone/>
            </a:pPr>
            <a:r>
              <a:rPr b="0" i="0" lang="en-US" sz="4000" u="none" cap="none" strike="noStrike">
                <a:solidFill>
                  <a:srgbClr val="152540"/>
                </a:solidFill>
                <a:latin typeface="Arial"/>
                <a:ea typeface="Arial"/>
                <a:cs typeface="Arial"/>
                <a:sym typeface="Arial"/>
              </a:rPr>
              <a:t>PARADIGMAS DE PROGRAMACIÓN</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16"/>
          <p:cNvSpPr txBox="1"/>
          <p:nvPr/>
        </p:nvSpPr>
        <p:spPr>
          <a:xfrm>
            <a:off x="1904222" y="2786506"/>
            <a:ext cx="14701023" cy="65659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152540"/>
              </a:buClr>
              <a:buSzPts val="2500"/>
              <a:buFont typeface="Arial"/>
              <a:buNone/>
            </a:pPr>
            <a:r>
              <a:rPr b="0" i="0" lang="en-US" sz="2500" u="none" cap="none" strike="noStrike">
                <a:solidFill>
                  <a:srgbClr val="152540"/>
                </a:solidFill>
                <a:latin typeface="Arial"/>
                <a:ea typeface="Arial"/>
                <a:cs typeface="Arial"/>
                <a:sym typeface="Arial"/>
              </a:rPr>
              <a:t>La programación orientada a objetos (OOP) es un paradigma de programación que organiza el código en unidades llamadas objetos. Cada objeto tiene su propio estado y comportamiento. El estado de un objeto se almacena en sus atributos y el comportamiento se define en sus métodos. Los objetos se comunican entre sí enviando mensajes. Un mensaje es una solicitud que un objeto hace a otro objeto para realizar una acción. Los objetos pueden enviar mensajes a sí mismos o a otros objetos.</a:t>
            </a:r>
            <a:endParaRPr sz="1800">
              <a:solidFill>
                <a:schemeClr val="dk1"/>
              </a:solidFill>
              <a:latin typeface="Trebuchet MS"/>
              <a:ea typeface="Trebuchet MS"/>
              <a:cs typeface="Trebuchet MS"/>
              <a:sym typeface="Trebuchet MS"/>
            </a:endParaRPr>
          </a:p>
          <a:p>
            <a:pPr indent="-269876" lvl="1" marL="539751"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Ventajas</a:t>
            </a:r>
            <a:endParaRPr b="0" i="0" sz="1800" u="none" cap="none" strike="noStrike">
              <a:solidFill>
                <a:schemeClr val="dk1"/>
              </a:solidFill>
              <a:latin typeface="Trebuchet MS"/>
              <a:ea typeface="Trebuchet MS"/>
              <a:cs typeface="Trebuchet MS"/>
              <a:sym typeface="Trebuchet MS"/>
            </a:endParaRPr>
          </a:p>
          <a:p>
            <a:pPr indent="-359834" lvl="2" marL="1079502"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Flexibilidad</a:t>
            </a:r>
            <a:r>
              <a:rPr b="0" i="0" lang="en-US" sz="2500" u="none" cap="none" strike="noStrike">
                <a:solidFill>
                  <a:srgbClr val="152540"/>
                </a:solidFill>
                <a:latin typeface="Arial"/>
                <a:ea typeface="Arial"/>
                <a:cs typeface="Arial"/>
                <a:sym typeface="Arial"/>
              </a:rPr>
              <a:t>: La programación orientada a objetos es muy flexible y puede ser utilizada para escribir una amplia gama de programas.</a:t>
            </a:r>
            <a:endParaRPr b="0" i="0" sz="1800" u="none" cap="none" strike="noStrike">
              <a:solidFill>
                <a:schemeClr val="dk1"/>
              </a:solidFill>
              <a:latin typeface="Trebuchet MS"/>
              <a:ea typeface="Trebuchet MS"/>
              <a:cs typeface="Trebuchet MS"/>
              <a:sym typeface="Trebuchet MS"/>
            </a:endParaRPr>
          </a:p>
          <a:p>
            <a:pPr indent="-359834" lvl="2" marL="1079502"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Mantenimiento</a:t>
            </a:r>
            <a:r>
              <a:rPr b="0" i="0" lang="en-US" sz="2500" u="none" cap="none" strike="noStrike">
                <a:solidFill>
                  <a:srgbClr val="152540"/>
                </a:solidFill>
                <a:latin typeface="Arial"/>
                <a:ea typeface="Arial"/>
                <a:cs typeface="Arial"/>
                <a:sym typeface="Arial"/>
              </a:rPr>
              <a:t>: La programación orientada a objetos es muy fácil de mantener, especialmente para programas grandes y complejos.</a:t>
            </a:r>
            <a:endParaRPr b="0" i="0" sz="1800" u="none" cap="none" strike="noStrike">
              <a:solidFill>
                <a:schemeClr val="dk1"/>
              </a:solidFill>
              <a:latin typeface="Trebuchet MS"/>
              <a:ea typeface="Trebuchet MS"/>
              <a:cs typeface="Trebuchet MS"/>
              <a:sym typeface="Trebuchet MS"/>
            </a:endParaRPr>
          </a:p>
          <a:p>
            <a:pPr indent="-359834" lvl="2" marL="1079502"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Extensibilidad</a:t>
            </a:r>
            <a:r>
              <a:rPr b="0" i="0" lang="en-US" sz="2500" u="none" cap="none" strike="noStrike">
                <a:solidFill>
                  <a:srgbClr val="152540"/>
                </a:solidFill>
                <a:latin typeface="Arial"/>
                <a:ea typeface="Arial"/>
                <a:cs typeface="Arial"/>
                <a:sym typeface="Arial"/>
              </a:rPr>
              <a:t>: La programación orientada a objetos es muy extensible y puede ser fácilmente ampliada para agregar nuevas funcionalidades.</a:t>
            </a:r>
            <a:endParaRPr b="0" i="0" sz="1800" u="none" cap="none" strike="noStrike">
              <a:solidFill>
                <a:schemeClr val="dk1"/>
              </a:solidFill>
              <a:latin typeface="Trebuchet MS"/>
              <a:ea typeface="Trebuchet MS"/>
              <a:cs typeface="Trebuchet MS"/>
              <a:sym typeface="Trebuchet MS"/>
            </a:endParaRPr>
          </a:p>
          <a:p>
            <a:pPr indent="-359834" lvl="2" marL="1079502"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Seguridad</a:t>
            </a:r>
            <a:r>
              <a:rPr b="0" i="0" lang="en-US" sz="2500" u="none" cap="none" strike="noStrike">
                <a:solidFill>
                  <a:srgbClr val="152540"/>
                </a:solidFill>
                <a:latin typeface="Arial"/>
                <a:ea typeface="Arial"/>
                <a:cs typeface="Arial"/>
                <a:sym typeface="Arial"/>
              </a:rPr>
              <a:t>: La programación orientada a objetos es muy segura y puede ayudar a prevenir errores. </a:t>
            </a:r>
            <a:endParaRPr b="0" i="0" sz="1800" u="none" cap="none" strike="noStrike">
              <a:solidFill>
                <a:schemeClr val="dk1"/>
              </a:solidFill>
              <a:latin typeface="Trebuchet MS"/>
              <a:ea typeface="Trebuchet MS"/>
              <a:cs typeface="Trebuchet MS"/>
              <a:sym typeface="Trebuchet MS"/>
            </a:endParaRPr>
          </a:p>
        </p:txBody>
      </p:sp>
      <p:sp>
        <p:nvSpPr>
          <p:cNvPr id="403" name="Google Shape;403;p16"/>
          <p:cNvSpPr txBox="1"/>
          <p:nvPr/>
        </p:nvSpPr>
        <p:spPr>
          <a:xfrm>
            <a:off x="1904222" y="1782237"/>
            <a:ext cx="9175638" cy="6445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152540"/>
              </a:buClr>
              <a:buSzPts val="3500"/>
              <a:buFont typeface="Arial"/>
              <a:buNone/>
            </a:pPr>
            <a:r>
              <a:rPr b="0" i="0" lang="en-US" sz="3500" u="none" cap="none" strike="noStrike">
                <a:solidFill>
                  <a:srgbClr val="152540"/>
                </a:solidFill>
                <a:latin typeface="Arial"/>
                <a:ea typeface="Arial"/>
                <a:cs typeface="Arial"/>
                <a:sym typeface="Arial"/>
              </a:rPr>
              <a:t>ORIENTADO A OBJETOS</a:t>
            </a:r>
            <a:endParaRPr sz="1800">
              <a:solidFill>
                <a:schemeClr val="dk1"/>
              </a:solidFill>
              <a:latin typeface="Trebuchet MS"/>
              <a:ea typeface="Trebuchet MS"/>
              <a:cs typeface="Trebuchet MS"/>
              <a:sym typeface="Trebuchet MS"/>
            </a:endParaRPr>
          </a:p>
        </p:txBody>
      </p:sp>
      <p:sp>
        <p:nvSpPr>
          <p:cNvPr id="404" name="Google Shape;404;p16"/>
          <p:cNvSpPr txBox="1"/>
          <p:nvPr/>
        </p:nvSpPr>
        <p:spPr>
          <a:xfrm>
            <a:off x="1904222" y="895350"/>
            <a:ext cx="14701023" cy="736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152540"/>
              </a:buClr>
              <a:buSzPts val="4000"/>
              <a:buFont typeface="Arial"/>
              <a:buNone/>
            </a:pPr>
            <a:r>
              <a:rPr b="0" i="0" lang="en-US" sz="4000" u="none" cap="none" strike="noStrike">
                <a:solidFill>
                  <a:srgbClr val="152540"/>
                </a:solidFill>
                <a:latin typeface="Arial"/>
                <a:ea typeface="Arial"/>
                <a:cs typeface="Arial"/>
                <a:sym typeface="Arial"/>
              </a:rPr>
              <a:t>PARADIGMAS DE PROGRAMACIÓN</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17"/>
          <p:cNvSpPr txBox="1"/>
          <p:nvPr/>
        </p:nvSpPr>
        <p:spPr>
          <a:xfrm>
            <a:off x="1904222" y="2786506"/>
            <a:ext cx="14701023" cy="6127750"/>
          </a:xfrm>
          <a:prstGeom prst="rect">
            <a:avLst/>
          </a:prstGeom>
          <a:noFill/>
          <a:ln>
            <a:noFill/>
          </a:ln>
        </p:spPr>
        <p:txBody>
          <a:bodyPr anchorCtr="0" anchor="t" bIns="0" lIns="0" spcFirstLastPara="1" rIns="0" wrap="square" tIns="0">
            <a:spAutoFit/>
          </a:bodyPr>
          <a:lstStyle/>
          <a:p>
            <a:pPr indent="-269876" lvl="1" marL="539751"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Abstracción</a:t>
            </a:r>
            <a:r>
              <a:rPr b="0" i="0" lang="en-US" sz="2500" u="none" cap="none" strike="noStrike">
                <a:solidFill>
                  <a:srgbClr val="152540"/>
                </a:solidFill>
                <a:latin typeface="Arial"/>
                <a:ea typeface="Arial"/>
                <a:cs typeface="Arial"/>
                <a:sym typeface="Arial"/>
              </a:rPr>
              <a:t>: Es el proceso de ocultar los detalles de implementación de un objeto y exponer solo los detalles que son esenciales para su uso. Esto permite que los usuarios de un objeto se concentren en su funcionalidad y no en cómo funciona internamente.</a:t>
            </a:r>
            <a:endParaRPr b="0" i="0" sz="1800" u="none" cap="none" strike="noStrike">
              <a:solidFill>
                <a:schemeClr val="dk1"/>
              </a:solidFill>
              <a:latin typeface="Trebuchet MS"/>
              <a:ea typeface="Trebuchet MS"/>
              <a:cs typeface="Trebuchet MS"/>
              <a:sym typeface="Trebuchet MS"/>
            </a:endParaRPr>
          </a:p>
          <a:p>
            <a:pPr indent="-269876" lvl="1" marL="539751"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Encapsulamiento</a:t>
            </a:r>
            <a:r>
              <a:rPr b="0" i="0" lang="en-US" sz="2500" u="none" cap="none" strike="noStrike">
                <a:solidFill>
                  <a:srgbClr val="152540"/>
                </a:solidFill>
                <a:latin typeface="Arial"/>
                <a:ea typeface="Arial"/>
                <a:cs typeface="Arial"/>
                <a:sym typeface="Arial"/>
              </a:rPr>
              <a:t>: Es el proceso de agrupar juntos los datos y el código que se utilizan para manipular esos datos. Esto permite proteger los datos de acceso no autorizado y hace que el código sea más fácil de entender y mantener.</a:t>
            </a:r>
            <a:endParaRPr b="0" i="0" sz="1800" u="none" cap="none" strike="noStrike">
              <a:solidFill>
                <a:schemeClr val="dk1"/>
              </a:solidFill>
              <a:latin typeface="Trebuchet MS"/>
              <a:ea typeface="Trebuchet MS"/>
              <a:cs typeface="Trebuchet MS"/>
              <a:sym typeface="Trebuchet MS"/>
            </a:endParaRPr>
          </a:p>
          <a:p>
            <a:pPr indent="-269876" lvl="1" marL="539751"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Herencia</a:t>
            </a:r>
            <a:r>
              <a:rPr b="0" i="0" lang="en-US" sz="2500" u="none" cap="none" strike="noStrike">
                <a:solidFill>
                  <a:srgbClr val="152540"/>
                </a:solidFill>
                <a:latin typeface="Arial"/>
                <a:ea typeface="Arial"/>
                <a:cs typeface="Arial"/>
                <a:sym typeface="Arial"/>
              </a:rPr>
              <a:t>: Es el proceso de crear una nueva clase a partir de una clase existente. La nueva clase hereda todas las propiedades y métodos de la clase existente, y puede agregar sus propias propiedades y métodos. Esto permite reutilizar el código y crear clases más complejas más rápidamente.</a:t>
            </a:r>
            <a:endParaRPr b="0" i="0" sz="1800" u="none" cap="none" strike="noStrike">
              <a:solidFill>
                <a:schemeClr val="dk1"/>
              </a:solidFill>
              <a:latin typeface="Trebuchet MS"/>
              <a:ea typeface="Trebuchet MS"/>
              <a:cs typeface="Trebuchet MS"/>
              <a:sym typeface="Trebuchet MS"/>
            </a:endParaRPr>
          </a:p>
          <a:p>
            <a:pPr indent="-269876" lvl="1" marL="539751"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Polimorfismo</a:t>
            </a:r>
            <a:r>
              <a:rPr b="0" i="0" lang="en-US" sz="2500" u="none" cap="none" strike="noStrike">
                <a:solidFill>
                  <a:srgbClr val="152540"/>
                </a:solidFill>
                <a:latin typeface="Arial"/>
                <a:ea typeface="Arial"/>
                <a:cs typeface="Arial"/>
                <a:sym typeface="Arial"/>
              </a:rPr>
              <a:t>: Es la capacidad de una función para tener diferentes significados dependiendo de los argumentos que se le pasen. Esto permite escribir código más genérico y flexible</a:t>
            </a:r>
            <a:endParaRPr b="0" i="0" sz="1800" u="none" cap="none" strike="noStrike">
              <a:solidFill>
                <a:schemeClr val="dk1"/>
              </a:solidFill>
              <a:latin typeface="Trebuchet MS"/>
              <a:ea typeface="Trebuchet MS"/>
              <a:cs typeface="Trebuchet MS"/>
              <a:sym typeface="Trebuchet MS"/>
            </a:endParaRPr>
          </a:p>
        </p:txBody>
      </p:sp>
      <p:sp>
        <p:nvSpPr>
          <p:cNvPr id="410" name="Google Shape;410;p17"/>
          <p:cNvSpPr txBox="1"/>
          <p:nvPr/>
        </p:nvSpPr>
        <p:spPr>
          <a:xfrm>
            <a:off x="1904222" y="1782237"/>
            <a:ext cx="9175638" cy="6445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152540"/>
              </a:buClr>
              <a:buSzPts val="3500"/>
              <a:buFont typeface="Arial"/>
              <a:buNone/>
            </a:pPr>
            <a:r>
              <a:rPr b="0" i="0" lang="en-US" sz="3500" u="none" cap="none" strike="noStrike">
                <a:solidFill>
                  <a:srgbClr val="152540"/>
                </a:solidFill>
                <a:latin typeface="Arial"/>
                <a:ea typeface="Arial"/>
                <a:cs typeface="Arial"/>
                <a:sym typeface="Arial"/>
              </a:rPr>
              <a:t>PILARES DE POO</a:t>
            </a:r>
            <a:endParaRPr sz="1800">
              <a:solidFill>
                <a:schemeClr val="dk1"/>
              </a:solidFill>
              <a:latin typeface="Trebuchet MS"/>
              <a:ea typeface="Trebuchet MS"/>
              <a:cs typeface="Trebuchet MS"/>
              <a:sym typeface="Trebuchet MS"/>
            </a:endParaRPr>
          </a:p>
        </p:txBody>
      </p:sp>
      <p:sp>
        <p:nvSpPr>
          <p:cNvPr id="411" name="Google Shape;411;p17"/>
          <p:cNvSpPr txBox="1"/>
          <p:nvPr/>
        </p:nvSpPr>
        <p:spPr>
          <a:xfrm>
            <a:off x="1904222" y="895350"/>
            <a:ext cx="14701023" cy="736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152540"/>
              </a:buClr>
              <a:buSzPts val="4000"/>
              <a:buFont typeface="Arial"/>
              <a:buNone/>
            </a:pPr>
            <a:r>
              <a:rPr b="0" i="0" lang="en-US" sz="4000" u="none" cap="none" strike="noStrike">
                <a:solidFill>
                  <a:srgbClr val="152540"/>
                </a:solidFill>
                <a:latin typeface="Arial"/>
                <a:ea typeface="Arial"/>
                <a:cs typeface="Arial"/>
                <a:sym typeface="Arial"/>
              </a:rPr>
              <a:t>PARADIGMAS DE PROGRAMACIÓN</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18"/>
          <p:cNvSpPr txBox="1"/>
          <p:nvPr/>
        </p:nvSpPr>
        <p:spPr>
          <a:xfrm>
            <a:off x="1904222" y="2853563"/>
            <a:ext cx="14701023" cy="65659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152540"/>
              </a:buClr>
              <a:buSzPts val="2500"/>
              <a:buFont typeface="Arial"/>
              <a:buNone/>
            </a:pPr>
            <a:r>
              <a:rPr b="0" i="0" lang="en-US" sz="2500" u="none" cap="none" strike="noStrike">
                <a:solidFill>
                  <a:srgbClr val="152540"/>
                </a:solidFill>
                <a:latin typeface="Arial"/>
                <a:ea typeface="Arial"/>
                <a:cs typeface="Arial"/>
                <a:sym typeface="Arial"/>
              </a:rPr>
              <a:t>La programación funcional es un paradigma de programación que se basa en el uso de funciones. Una función es un bloque de código que toma un conjunto de valores como entrada y devuelve un conjunto de valores como salida. En la programación funcional, las funciones se utilizan para representar el comportamiento de un programa. Las funciones se pueden combinar para crear otras funciones más complejas.</a:t>
            </a:r>
            <a:endParaRPr sz="1800">
              <a:solidFill>
                <a:schemeClr val="dk1"/>
              </a:solidFill>
              <a:latin typeface="Trebuchet MS"/>
              <a:ea typeface="Trebuchet MS"/>
              <a:cs typeface="Trebuchet MS"/>
              <a:sym typeface="Trebuchet MS"/>
            </a:endParaRPr>
          </a:p>
          <a:p>
            <a:pPr indent="0" lvl="0" marL="0" marR="0" rtl="0" algn="just">
              <a:lnSpc>
                <a:spcPct val="140000"/>
              </a:lnSpc>
              <a:spcBef>
                <a:spcPts val="0"/>
              </a:spcBef>
              <a:spcAft>
                <a:spcPts val="0"/>
              </a:spcAft>
              <a:buClr>
                <a:srgbClr val="152540"/>
              </a:buClr>
              <a:buSzPts val="2500"/>
              <a:buFont typeface="Arial"/>
              <a:buNone/>
            </a:pPr>
            <a:r>
              <a:rPr b="0" i="0" lang="en-US" sz="2500" u="none" cap="none" strike="noStrike">
                <a:solidFill>
                  <a:srgbClr val="152540"/>
                </a:solidFill>
                <a:latin typeface="Arial"/>
                <a:ea typeface="Arial"/>
                <a:cs typeface="Arial"/>
                <a:sym typeface="Arial"/>
              </a:rPr>
              <a:t>La programación funcional tiene varias ventajas sobre otros paradigmas de programación, como la programación imperativa y la programación orientada a objetos. Algunas de las ventajas de la programación funcional incluyen:</a:t>
            </a:r>
            <a:endParaRPr sz="1800">
              <a:solidFill>
                <a:schemeClr val="dk1"/>
              </a:solidFill>
              <a:latin typeface="Trebuchet MS"/>
              <a:ea typeface="Trebuchet MS"/>
              <a:cs typeface="Trebuchet MS"/>
              <a:sym typeface="Trebuchet MS"/>
            </a:endParaRPr>
          </a:p>
          <a:p>
            <a:pPr indent="-269876" lvl="1" marL="539751"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Eficiencia</a:t>
            </a:r>
            <a:r>
              <a:rPr b="0" i="0" lang="en-US" sz="2500" u="none" cap="none" strike="noStrike">
                <a:solidFill>
                  <a:srgbClr val="152540"/>
                </a:solidFill>
                <a:latin typeface="Arial"/>
                <a:ea typeface="Arial"/>
                <a:cs typeface="Arial"/>
                <a:sym typeface="Arial"/>
              </a:rPr>
              <a:t>: La programación funcional es muy eficiente y puede ser utilizada para escribir programas que son rápidos y ligeros.</a:t>
            </a:r>
            <a:endParaRPr b="0" i="0" sz="1800" u="none" cap="none" strike="noStrike">
              <a:solidFill>
                <a:schemeClr val="dk1"/>
              </a:solidFill>
              <a:latin typeface="Trebuchet MS"/>
              <a:ea typeface="Trebuchet MS"/>
              <a:cs typeface="Trebuchet MS"/>
              <a:sym typeface="Trebuchet MS"/>
            </a:endParaRPr>
          </a:p>
          <a:p>
            <a:pPr indent="-269876" lvl="1" marL="539751"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Seguridad</a:t>
            </a:r>
            <a:r>
              <a:rPr b="0" i="0" lang="en-US" sz="2500" u="none" cap="none" strike="noStrike">
                <a:solidFill>
                  <a:srgbClr val="152540"/>
                </a:solidFill>
                <a:latin typeface="Arial"/>
                <a:ea typeface="Arial"/>
                <a:cs typeface="Arial"/>
                <a:sym typeface="Arial"/>
              </a:rPr>
              <a:t>: La programación funcional es muy segura y puede ayudar a prevenir errores.</a:t>
            </a:r>
            <a:endParaRPr b="0" i="0" sz="1800" u="none" cap="none" strike="noStrike">
              <a:solidFill>
                <a:schemeClr val="dk1"/>
              </a:solidFill>
              <a:latin typeface="Trebuchet MS"/>
              <a:ea typeface="Trebuchet MS"/>
              <a:cs typeface="Trebuchet MS"/>
              <a:sym typeface="Trebuchet MS"/>
            </a:endParaRPr>
          </a:p>
          <a:p>
            <a:pPr indent="-269876" lvl="1" marL="539751"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Fácil mantenimiento</a:t>
            </a:r>
            <a:r>
              <a:rPr b="0" i="0" lang="en-US" sz="2500" u="none" cap="none" strike="noStrike">
                <a:solidFill>
                  <a:srgbClr val="152540"/>
                </a:solidFill>
                <a:latin typeface="Arial"/>
                <a:ea typeface="Arial"/>
                <a:cs typeface="Arial"/>
                <a:sym typeface="Arial"/>
              </a:rPr>
              <a:t>: La programación funcional es muy fácil de mantener, especialmente para programas grandes y complejos.</a:t>
            </a:r>
            <a:endParaRPr b="0" i="0" sz="1800" u="none" cap="none" strike="noStrike">
              <a:solidFill>
                <a:schemeClr val="dk1"/>
              </a:solidFill>
              <a:latin typeface="Trebuchet MS"/>
              <a:ea typeface="Trebuchet MS"/>
              <a:cs typeface="Trebuchet MS"/>
              <a:sym typeface="Trebuchet MS"/>
            </a:endParaRPr>
          </a:p>
        </p:txBody>
      </p:sp>
      <p:sp>
        <p:nvSpPr>
          <p:cNvPr id="417" name="Google Shape;417;p18"/>
          <p:cNvSpPr txBox="1"/>
          <p:nvPr/>
        </p:nvSpPr>
        <p:spPr>
          <a:xfrm>
            <a:off x="1904222" y="1782237"/>
            <a:ext cx="9175638" cy="6445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152540"/>
              </a:buClr>
              <a:buSzPts val="3500"/>
              <a:buFont typeface="Arial"/>
              <a:buNone/>
            </a:pPr>
            <a:r>
              <a:rPr b="0" i="0" lang="en-US" sz="3500" u="none" cap="none" strike="noStrike">
                <a:solidFill>
                  <a:srgbClr val="152540"/>
                </a:solidFill>
                <a:latin typeface="Arial"/>
                <a:ea typeface="Arial"/>
                <a:cs typeface="Arial"/>
                <a:sym typeface="Arial"/>
              </a:rPr>
              <a:t>FUNCIONAL</a:t>
            </a:r>
            <a:endParaRPr sz="1800">
              <a:solidFill>
                <a:schemeClr val="dk1"/>
              </a:solidFill>
              <a:latin typeface="Trebuchet MS"/>
              <a:ea typeface="Trebuchet MS"/>
              <a:cs typeface="Trebuchet MS"/>
              <a:sym typeface="Trebuchet MS"/>
            </a:endParaRPr>
          </a:p>
        </p:txBody>
      </p:sp>
      <p:sp>
        <p:nvSpPr>
          <p:cNvPr id="418" name="Google Shape;418;p18"/>
          <p:cNvSpPr txBox="1"/>
          <p:nvPr/>
        </p:nvSpPr>
        <p:spPr>
          <a:xfrm>
            <a:off x="1904222" y="895350"/>
            <a:ext cx="14701023" cy="736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152540"/>
              </a:buClr>
              <a:buSzPts val="4000"/>
              <a:buFont typeface="Arial"/>
              <a:buNone/>
            </a:pPr>
            <a:r>
              <a:rPr b="0" i="0" lang="en-US" sz="4000" u="none" cap="none" strike="noStrike">
                <a:solidFill>
                  <a:srgbClr val="152540"/>
                </a:solidFill>
                <a:latin typeface="Arial"/>
                <a:ea typeface="Arial"/>
                <a:cs typeface="Arial"/>
                <a:sym typeface="Arial"/>
              </a:rPr>
              <a:t>PARADIGMAS DE PROGRAMACIÓN</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19"/>
          <p:cNvSpPr txBox="1"/>
          <p:nvPr/>
        </p:nvSpPr>
        <p:spPr>
          <a:xfrm>
            <a:off x="1904222" y="2673047"/>
            <a:ext cx="14701023" cy="639191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152540"/>
              </a:buClr>
              <a:buSzPts val="2600"/>
              <a:buFont typeface="Arial"/>
              <a:buNone/>
            </a:pPr>
            <a:r>
              <a:rPr b="0" i="0" lang="en-US" sz="2600" u="none" cap="none" strike="noStrike">
                <a:solidFill>
                  <a:srgbClr val="152540"/>
                </a:solidFill>
                <a:latin typeface="Arial"/>
                <a:ea typeface="Arial"/>
                <a:cs typeface="Arial"/>
                <a:sym typeface="Arial"/>
              </a:rPr>
              <a:t>La programación lógica es un paradigma de programación que se basa en la lógica matemática. En la programación lógica, los programas se representan como conjuntos de hechos y reglas. Los hechos son declaraciones que son verdaderas, y las reglas son declaraciones que describen cómo se relacionan los hechos.</a:t>
            </a:r>
            <a:endParaRPr sz="1800">
              <a:solidFill>
                <a:schemeClr val="dk1"/>
              </a:solidFill>
              <a:latin typeface="Trebuchet MS"/>
              <a:ea typeface="Trebuchet MS"/>
              <a:cs typeface="Trebuchet MS"/>
              <a:sym typeface="Trebuchet MS"/>
            </a:endParaRPr>
          </a:p>
          <a:p>
            <a:pPr indent="-280669" lvl="1" marL="561341" marR="0" rtl="0" algn="just">
              <a:lnSpc>
                <a:spcPct val="140000"/>
              </a:lnSpc>
              <a:spcBef>
                <a:spcPts val="0"/>
              </a:spcBef>
              <a:spcAft>
                <a:spcPts val="0"/>
              </a:spcAft>
              <a:buClr>
                <a:srgbClr val="152540"/>
              </a:buClr>
              <a:buSzPts val="2600"/>
              <a:buFont typeface="Arial"/>
              <a:buChar char="•"/>
            </a:pPr>
            <a:r>
              <a:rPr b="1" i="0" lang="en-US" sz="2600" u="none" cap="none" strike="noStrike">
                <a:solidFill>
                  <a:srgbClr val="152540"/>
                </a:solidFill>
                <a:latin typeface="Arial"/>
                <a:ea typeface="Arial"/>
                <a:cs typeface="Arial"/>
                <a:sym typeface="Arial"/>
              </a:rPr>
              <a:t>Ventajas</a:t>
            </a:r>
            <a:endParaRPr b="0" i="0" sz="1800" u="none" cap="none" strike="noStrike">
              <a:solidFill>
                <a:schemeClr val="dk1"/>
              </a:solidFill>
              <a:latin typeface="Trebuchet MS"/>
              <a:ea typeface="Trebuchet MS"/>
              <a:cs typeface="Trebuchet MS"/>
              <a:sym typeface="Trebuchet MS"/>
            </a:endParaRPr>
          </a:p>
          <a:p>
            <a:pPr indent="-374227" lvl="2" marL="1122681" marR="0" rtl="0" algn="just">
              <a:lnSpc>
                <a:spcPct val="140000"/>
              </a:lnSpc>
              <a:spcBef>
                <a:spcPts val="0"/>
              </a:spcBef>
              <a:spcAft>
                <a:spcPts val="0"/>
              </a:spcAft>
              <a:buClr>
                <a:srgbClr val="152540"/>
              </a:buClr>
              <a:buSzPts val="2600"/>
              <a:buFont typeface="Arial"/>
              <a:buChar char="⚬"/>
            </a:pPr>
            <a:r>
              <a:rPr b="1" i="0" lang="en-US" sz="2600" u="none" cap="none" strike="noStrike">
                <a:solidFill>
                  <a:srgbClr val="152540"/>
                </a:solidFill>
                <a:latin typeface="Arial"/>
                <a:ea typeface="Arial"/>
                <a:cs typeface="Arial"/>
                <a:sym typeface="Arial"/>
              </a:rPr>
              <a:t>Facilidad de mantenimiento</a:t>
            </a:r>
            <a:r>
              <a:rPr b="0" i="0" lang="en-US" sz="2600" u="none" cap="none" strike="noStrike">
                <a:solidFill>
                  <a:srgbClr val="152540"/>
                </a:solidFill>
                <a:latin typeface="Arial"/>
                <a:ea typeface="Arial"/>
                <a:cs typeface="Arial"/>
                <a:sym typeface="Arial"/>
              </a:rPr>
              <a:t>: Los programas de lógica son muy fáciles de mantener, ya que se pueden modificar fácilmente los hechos y las reglas sin tener que modificar el código.</a:t>
            </a:r>
            <a:endParaRPr b="0" i="0" sz="1800" u="none" cap="none" strike="noStrike">
              <a:solidFill>
                <a:schemeClr val="dk1"/>
              </a:solidFill>
              <a:latin typeface="Trebuchet MS"/>
              <a:ea typeface="Trebuchet MS"/>
              <a:cs typeface="Trebuchet MS"/>
              <a:sym typeface="Trebuchet MS"/>
            </a:endParaRPr>
          </a:p>
          <a:p>
            <a:pPr indent="-374227" lvl="2" marL="1122681" marR="0" rtl="0" algn="just">
              <a:lnSpc>
                <a:spcPct val="140000"/>
              </a:lnSpc>
              <a:spcBef>
                <a:spcPts val="0"/>
              </a:spcBef>
              <a:spcAft>
                <a:spcPts val="0"/>
              </a:spcAft>
              <a:buClr>
                <a:srgbClr val="152540"/>
              </a:buClr>
              <a:buSzPts val="2600"/>
              <a:buFont typeface="Arial"/>
              <a:buChar char="⚬"/>
            </a:pPr>
            <a:r>
              <a:rPr b="1" i="0" lang="en-US" sz="2600" u="none" cap="none" strike="noStrike">
                <a:solidFill>
                  <a:srgbClr val="152540"/>
                </a:solidFill>
                <a:latin typeface="Arial"/>
                <a:ea typeface="Arial"/>
                <a:cs typeface="Arial"/>
                <a:sym typeface="Arial"/>
              </a:rPr>
              <a:t>Eficiencia</a:t>
            </a:r>
            <a:r>
              <a:rPr b="0" i="0" lang="en-US" sz="2600" u="none" cap="none" strike="noStrike">
                <a:solidFill>
                  <a:srgbClr val="152540"/>
                </a:solidFill>
                <a:latin typeface="Arial"/>
                <a:ea typeface="Arial"/>
                <a:cs typeface="Arial"/>
                <a:sym typeface="Arial"/>
              </a:rPr>
              <a:t>: Los programas de lógica son muy eficientes, ya que no tienen que realizar operaciones de control de flujo.</a:t>
            </a:r>
            <a:endParaRPr b="0" i="0" sz="1800" u="none" cap="none" strike="noStrike">
              <a:solidFill>
                <a:schemeClr val="dk1"/>
              </a:solidFill>
              <a:latin typeface="Trebuchet MS"/>
              <a:ea typeface="Trebuchet MS"/>
              <a:cs typeface="Trebuchet MS"/>
              <a:sym typeface="Trebuchet MS"/>
            </a:endParaRPr>
          </a:p>
          <a:p>
            <a:pPr indent="-374227" lvl="2" marL="1122681" marR="0" rtl="0" algn="just">
              <a:lnSpc>
                <a:spcPct val="140000"/>
              </a:lnSpc>
              <a:spcBef>
                <a:spcPts val="0"/>
              </a:spcBef>
              <a:spcAft>
                <a:spcPts val="0"/>
              </a:spcAft>
              <a:buClr>
                <a:srgbClr val="152540"/>
              </a:buClr>
              <a:buSzPts val="2600"/>
              <a:buFont typeface="Arial"/>
              <a:buChar char="⚬"/>
            </a:pPr>
            <a:r>
              <a:rPr b="1" i="0" lang="en-US" sz="2600" u="none" cap="none" strike="noStrike">
                <a:solidFill>
                  <a:srgbClr val="152540"/>
                </a:solidFill>
                <a:latin typeface="Arial"/>
                <a:ea typeface="Arial"/>
                <a:cs typeface="Arial"/>
                <a:sym typeface="Arial"/>
              </a:rPr>
              <a:t>Verificación</a:t>
            </a:r>
            <a:r>
              <a:rPr b="0" i="0" lang="en-US" sz="2600" u="none" cap="none" strike="noStrike">
                <a:solidFill>
                  <a:srgbClr val="152540"/>
                </a:solidFill>
                <a:latin typeface="Arial"/>
                <a:ea typeface="Arial"/>
                <a:cs typeface="Arial"/>
                <a:sym typeface="Arial"/>
              </a:rPr>
              <a:t>: Los programas de lógica se pueden verificar para garantizar que son correctos.</a:t>
            </a:r>
            <a:endParaRPr b="0" i="0" sz="1800" u="none" cap="none" strike="noStrike">
              <a:solidFill>
                <a:schemeClr val="dk1"/>
              </a:solidFill>
              <a:latin typeface="Trebuchet MS"/>
              <a:ea typeface="Trebuchet MS"/>
              <a:cs typeface="Trebuchet MS"/>
              <a:sym typeface="Trebuchet MS"/>
            </a:endParaRPr>
          </a:p>
          <a:p>
            <a:pPr indent="-374227" lvl="2" marL="1122681" marR="0" rtl="0" algn="just">
              <a:lnSpc>
                <a:spcPct val="140000"/>
              </a:lnSpc>
              <a:spcBef>
                <a:spcPts val="0"/>
              </a:spcBef>
              <a:spcAft>
                <a:spcPts val="0"/>
              </a:spcAft>
              <a:buClr>
                <a:srgbClr val="152540"/>
              </a:buClr>
              <a:buSzPts val="2600"/>
              <a:buFont typeface="Arial"/>
              <a:buChar char="⚬"/>
            </a:pPr>
            <a:r>
              <a:rPr b="1" i="0" lang="en-US" sz="2600" u="none" cap="none" strike="noStrike">
                <a:solidFill>
                  <a:srgbClr val="152540"/>
                </a:solidFill>
                <a:latin typeface="Arial"/>
                <a:ea typeface="Arial"/>
                <a:cs typeface="Arial"/>
                <a:sym typeface="Arial"/>
              </a:rPr>
              <a:t>Robustez</a:t>
            </a:r>
            <a:r>
              <a:rPr b="0" i="0" lang="en-US" sz="2600" u="none" cap="none" strike="noStrike">
                <a:solidFill>
                  <a:srgbClr val="152540"/>
                </a:solidFill>
                <a:latin typeface="Arial"/>
                <a:ea typeface="Arial"/>
                <a:cs typeface="Arial"/>
                <a:sym typeface="Arial"/>
              </a:rPr>
              <a:t>: Los programas de lógica son muy robustos y pueden tolerar errores en los datos. </a:t>
            </a:r>
            <a:endParaRPr b="0" i="0" sz="1800" u="none" cap="none" strike="noStrike">
              <a:solidFill>
                <a:schemeClr val="dk1"/>
              </a:solidFill>
              <a:latin typeface="Trebuchet MS"/>
              <a:ea typeface="Trebuchet MS"/>
              <a:cs typeface="Trebuchet MS"/>
              <a:sym typeface="Trebuchet MS"/>
            </a:endParaRPr>
          </a:p>
        </p:txBody>
      </p:sp>
      <p:sp>
        <p:nvSpPr>
          <p:cNvPr id="424" name="Google Shape;424;p19"/>
          <p:cNvSpPr txBox="1"/>
          <p:nvPr/>
        </p:nvSpPr>
        <p:spPr>
          <a:xfrm>
            <a:off x="1904222" y="1782237"/>
            <a:ext cx="9175638" cy="6445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152540"/>
              </a:buClr>
              <a:buSzPts val="3500"/>
              <a:buFont typeface="Arial"/>
              <a:buNone/>
            </a:pPr>
            <a:r>
              <a:rPr b="0" i="0" lang="en-US" sz="3500" u="none" cap="none" strike="noStrike">
                <a:solidFill>
                  <a:srgbClr val="152540"/>
                </a:solidFill>
                <a:latin typeface="Arial"/>
                <a:ea typeface="Arial"/>
                <a:cs typeface="Arial"/>
                <a:sym typeface="Arial"/>
              </a:rPr>
              <a:t>LÓGICA</a:t>
            </a:r>
            <a:endParaRPr sz="1800">
              <a:solidFill>
                <a:schemeClr val="dk1"/>
              </a:solidFill>
              <a:latin typeface="Trebuchet MS"/>
              <a:ea typeface="Trebuchet MS"/>
              <a:cs typeface="Trebuchet MS"/>
              <a:sym typeface="Trebuchet MS"/>
            </a:endParaRPr>
          </a:p>
        </p:txBody>
      </p:sp>
      <p:sp>
        <p:nvSpPr>
          <p:cNvPr id="425" name="Google Shape;425;p19"/>
          <p:cNvSpPr txBox="1"/>
          <p:nvPr/>
        </p:nvSpPr>
        <p:spPr>
          <a:xfrm>
            <a:off x="1904222" y="895350"/>
            <a:ext cx="14701023" cy="736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152540"/>
              </a:buClr>
              <a:buSzPts val="4000"/>
              <a:buFont typeface="Arial"/>
              <a:buNone/>
            </a:pPr>
            <a:r>
              <a:rPr b="0" i="0" lang="en-US" sz="4000" u="none" cap="none" strike="noStrike">
                <a:solidFill>
                  <a:srgbClr val="152540"/>
                </a:solidFill>
                <a:latin typeface="Arial"/>
                <a:ea typeface="Arial"/>
                <a:cs typeface="Arial"/>
                <a:sym typeface="Arial"/>
              </a:rPr>
              <a:t>PARADIGMAS DE PROGRAMACIÓN</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20"/>
          <p:cNvSpPr txBox="1"/>
          <p:nvPr/>
        </p:nvSpPr>
        <p:spPr>
          <a:xfrm>
            <a:off x="1904222" y="2863088"/>
            <a:ext cx="14701023" cy="5694045"/>
          </a:xfrm>
          <a:prstGeom prst="rect">
            <a:avLst/>
          </a:prstGeom>
          <a:noFill/>
          <a:ln>
            <a:noFill/>
          </a:ln>
        </p:spPr>
        <p:txBody>
          <a:bodyPr anchorCtr="0" anchor="t" bIns="0" lIns="0" spcFirstLastPara="1" rIns="0" wrap="square" tIns="0">
            <a:spAutoFit/>
          </a:bodyPr>
          <a:lstStyle/>
          <a:p>
            <a:pPr indent="0" lvl="0" marL="0" marR="0" rtl="0" algn="just">
              <a:lnSpc>
                <a:spcPct val="139962"/>
              </a:lnSpc>
              <a:spcBef>
                <a:spcPts val="0"/>
              </a:spcBef>
              <a:spcAft>
                <a:spcPts val="0"/>
              </a:spcAft>
              <a:buClr>
                <a:srgbClr val="152540"/>
              </a:buClr>
              <a:buSzPts val="2700"/>
              <a:buFont typeface="Arial"/>
              <a:buNone/>
            </a:pPr>
            <a:r>
              <a:rPr b="0" i="0" lang="en-US" sz="2700" u="none" cap="none" strike="noStrike">
                <a:solidFill>
                  <a:srgbClr val="152540"/>
                </a:solidFill>
                <a:latin typeface="Arial"/>
                <a:ea typeface="Arial"/>
                <a:cs typeface="Arial"/>
                <a:sym typeface="Arial"/>
              </a:rPr>
              <a:t>La programación declarativa es un paradigma que se centra en el qué se quiere lograr, en lugar del cómo hacerlo. En este enfoque, los programadores expresan los resultados deseados mediante declaraciones y expresiones, dejando que el lenguaje de programación se encargue de la ejecución.</a:t>
            </a:r>
            <a:endParaRPr sz="1800">
              <a:solidFill>
                <a:schemeClr val="dk1"/>
              </a:solidFill>
              <a:latin typeface="Trebuchet MS"/>
              <a:ea typeface="Trebuchet MS"/>
              <a:cs typeface="Trebuchet MS"/>
              <a:sym typeface="Trebuchet MS"/>
            </a:endParaRPr>
          </a:p>
          <a:p>
            <a:pPr indent="0" lvl="0" marL="0" marR="0" rtl="0" algn="just">
              <a:lnSpc>
                <a:spcPct val="139962"/>
              </a:lnSpc>
              <a:spcBef>
                <a:spcPts val="0"/>
              </a:spcBef>
              <a:spcAft>
                <a:spcPts val="0"/>
              </a:spcAft>
              <a:buClr>
                <a:srgbClr val="152540"/>
              </a:buClr>
              <a:buSzPts val="2700"/>
              <a:buFont typeface="Arial"/>
              <a:buNone/>
            </a:pPr>
            <a:r>
              <a:rPr b="0" i="0" lang="en-US" sz="2700" u="none" cap="none" strike="noStrike">
                <a:solidFill>
                  <a:srgbClr val="152540"/>
                </a:solidFill>
                <a:latin typeface="Arial"/>
                <a:ea typeface="Arial"/>
                <a:cs typeface="Arial"/>
                <a:sym typeface="Arial"/>
              </a:rPr>
              <a:t>Algunas ventajas de la programación declarativa incluyen:</a:t>
            </a:r>
            <a:endParaRPr sz="1800">
              <a:solidFill>
                <a:schemeClr val="dk1"/>
              </a:solidFill>
              <a:latin typeface="Trebuchet MS"/>
              <a:ea typeface="Trebuchet MS"/>
              <a:cs typeface="Trebuchet MS"/>
              <a:sym typeface="Trebuchet MS"/>
            </a:endParaRPr>
          </a:p>
          <a:p>
            <a:pPr indent="-291465" lvl="1" marL="582930" marR="0" rtl="0" algn="just">
              <a:lnSpc>
                <a:spcPct val="139962"/>
              </a:lnSpc>
              <a:spcBef>
                <a:spcPts val="0"/>
              </a:spcBef>
              <a:spcAft>
                <a:spcPts val="0"/>
              </a:spcAft>
              <a:buClr>
                <a:srgbClr val="152540"/>
              </a:buClr>
              <a:buSzPts val="2700"/>
              <a:buFont typeface="Arial"/>
              <a:buChar char="•"/>
            </a:pPr>
            <a:r>
              <a:rPr b="1" i="0" lang="en-US" sz="2700" u="none" cap="none" strike="noStrike">
                <a:solidFill>
                  <a:srgbClr val="152540"/>
                </a:solidFill>
                <a:latin typeface="Arial"/>
                <a:ea typeface="Arial"/>
                <a:cs typeface="Arial"/>
                <a:sym typeface="Arial"/>
              </a:rPr>
              <a:t>Simplicidad</a:t>
            </a:r>
            <a:r>
              <a:rPr b="0" i="0" lang="en-US" sz="2700" u="none" cap="none" strike="noStrike">
                <a:solidFill>
                  <a:srgbClr val="152540"/>
                </a:solidFill>
                <a:latin typeface="Arial"/>
                <a:ea typeface="Arial"/>
                <a:cs typeface="Arial"/>
                <a:sym typeface="Arial"/>
              </a:rPr>
              <a:t>: Permite escribir código más conciso y claro, facilitando la comprensión de lo que se está haciendo.</a:t>
            </a:r>
            <a:endParaRPr b="0" i="0" sz="1800" u="none" cap="none" strike="noStrike">
              <a:solidFill>
                <a:schemeClr val="dk1"/>
              </a:solidFill>
              <a:latin typeface="Trebuchet MS"/>
              <a:ea typeface="Trebuchet MS"/>
              <a:cs typeface="Trebuchet MS"/>
              <a:sym typeface="Trebuchet MS"/>
            </a:endParaRPr>
          </a:p>
          <a:p>
            <a:pPr indent="-291465" lvl="1" marL="582930" marR="0" rtl="0" algn="just">
              <a:lnSpc>
                <a:spcPct val="139962"/>
              </a:lnSpc>
              <a:spcBef>
                <a:spcPts val="0"/>
              </a:spcBef>
              <a:spcAft>
                <a:spcPts val="0"/>
              </a:spcAft>
              <a:buClr>
                <a:srgbClr val="152540"/>
              </a:buClr>
              <a:buSzPts val="2700"/>
              <a:buFont typeface="Arial"/>
              <a:buChar char="•"/>
            </a:pPr>
            <a:r>
              <a:rPr b="1" i="0" lang="en-US" sz="2700" u="none" cap="none" strike="noStrike">
                <a:solidFill>
                  <a:srgbClr val="152540"/>
                </a:solidFill>
                <a:latin typeface="Arial"/>
                <a:ea typeface="Arial"/>
                <a:cs typeface="Arial"/>
                <a:sym typeface="Arial"/>
              </a:rPr>
              <a:t>Mantenibilidad</a:t>
            </a:r>
            <a:r>
              <a:rPr b="0" i="0" lang="en-US" sz="2700" u="none" cap="none" strike="noStrike">
                <a:solidFill>
                  <a:srgbClr val="152540"/>
                </a:solidFill>
                <a:latin typeface="Arial"/>
                <a:ea typeface="Arial"/>
                <a:cs typeface="Arial"/>
                <a:sym typeface="Arial"/>
              </a:rPr>
              <a:t>: Hace que el mantenimiento del código sea más fácil, ya que se enfoca en la lógica del programa y no en los detalles de la implementación.</a:t>
            </a:r>
            <a:endParaRPr b="0" i="0" sz="1800" u="none" cap="none" strike="noStrike">
              <a:solidFill>
                <a:schemeClr val="dk1"/>
              </a:solidFill>
              <a:latin typeface="Trebuchet MS"/>
              <a:ea typeface="Trebuchet MS"/>
              <a:cs typeface="Trebuchet MS"/>
              <a:sym typeface="Trebuchet MS"/>
            </a:endParaRPr>
          </a:p>
          <a:p>
            <a:pPr indent="-291465" lvl="1" marL="582930" marR="0" rtl="0" algn="just">
              <a:lnSpc>
                <a:spcPct val="139962"/>
              </a:lnSpc>
              <a:spcBef>
                <a:spcPts val="0"/>
              </a:spcBef>
              <a:spcAft>
                <a:spcPts val="0"/>
              </a:spcAft>
              <a:buClr>
                <a:srgbClr val="152540"/>
              </a:buClr>
              <a:buSzPts val="2700"/>
              <a:buFont typeface="Arial"/>
              <a:buChar char="•"/>
            </a:pPr>
            <a:r>
              <a:rPr b="1" i="0" lang="en-US" sz="2700" u="none" cap="none" strike="noStrike">
                <a:solidFill>
                  <a:srgbClr val="152540"/>
                </a:solidFill>
                <a:latin typeface="Arial"/>
                <a:ea typeface="Arial"/>
                <a:cs typeface="Arial"/>
                <a:sym typeface="Arial"/>
              </a:rPr>
              <a:t>Abstracción</a:t>
            </a:r>
            <a:r>
              <a:rPr b="0" i="0" lang="en-US" sz="2700" u="none" cap="none" strike="noStrike">
                <a:solidFill>
                  <a:srgbClr val="152540"/>
                </a:solidFill>
                <a:latin typeface="Arial"/>
                <a:ea typeface="Arial"/>
                <a:cs typeface="Arial"/>
                <a:sym typeface="Arial"/>
              </a:rPr>
              <a:t>: Proporciona un nivel de abstracción que puede hacer que el desarrollo sea más rápido y menos propenso a errores.</a:t>
            </a:r>
            <a:endParaRPr b="0" i="0" sz="1800" u="none" cap="none" strike="noStrike">
              <a:solidFill>
                <a:schemeClr val="dk1"/>
              </a:solidFill>
              <a:latin typeface="Trebuchet MS"/>
              <a:ea typeface="Trebuchet MS"/>
              <a:cs typeface="Trebuchet MS"/>
              <a:sym typeface="Trebuchet MS"/>
            </a:endParaRPr>
          </a:p>
        </p:txBody>
      </p:sp>
      <p:sp>
        <p:nvSpPr>
          <p:cNvPr id="431" name="Google Shape;431;p20"/>
          <p:cNvSpPr txBox="1"/>
          <p:nvPr/>
        </p:nvSpPr>
        <p:spPr>
          <a:xfrm>
            <a:off x="1904222" y="1782237"/>
            <a:ext cx="9175638" cy="6445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152540"/>
              </a:buClr>
              <a:buSzPts val="3500"/>
              <a:buFont typeface="Arial"/>
              <a:buNone/>
            </a:pPr>
            <a:r>
              <a:rPr b="0" i="0" lang="en-US" sz="3500" u="none" cap="none" strike="noStrike">
                <a:solidFill>
                  <a:srgbClr val="152540"/>
                </a:solidFill>
                <a:latin typeface="Arial"/>
                <a:ea typeface="Arial"/>
                <a:cs typeface="Arial"/>
                <a:sym typeface="Arial"/>
              </a:rPr>
              <a:t>DECLARATIVO</a:t>
            </a:r>
            <a:endParaRPr sz="1800">
              <a:solidFill>
                <a:schemeClr val="dk1"/>
              </a:solidFill>
              <a:latin typeface="Trebuchet MS"/>
              <a:ea typeface="Trebuchet MS"/>
              <a:cs typeface="Trebuchet MS"/>
              <a:sym typeface="Trebuchet MS"/>
            </a:endParaRPr>
          </a:p>
        </p:txBody>
      </p:sp>
      <p:sp>
        <p:nvSpPr>
          <p:cNvPr id="432" name="Google Shape;432;p20"/>
          <p:cNvSpPr txBox="1"/>
          <p:nvPr/>
        </p:nvSpPr>
        <p:spPr>
          <a:xfrm>
            <a:off x="1904222" y="895350"/>
            <a:ext cx="14701023" cy="736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152540"/>
              </a:buClr>
              <a:buSzPts val="4000"/>
              <a:buFont typeface="Arial"/>
              <a:buNone/>
            </a:pPr>
            <a:r>
              <a:rPr b="0" i="0" lang="en-US" sz="4000" u="none" cap="none" strike="noStrike">
                <a:solidFill>
                  <a:srgbClr val="152540"/>
                </a:solidFill>
                <a:latin typeface="Arial"/>
                <a:ea typeface="Arial"/>
                <a:cs typeface="Arial"/>
                <a:sym typeface="Arial"/>
              </a:rPr>
              <a:t>PARADIGMAS DE PROGRAMACIÓN</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21"/>
          <p:cNvSpPr txBox="1"/>
          <p:nvPr/>
        </p:nvSpPr>
        <p:spPr>
          <a:xfrm>
            <a:off x="1464052" y="2923362"/>
            <a:ext cx="12632411" cy="6424055"/>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Clr>
                <a:srgbClr val="152540"/>
              </a:buClr>
              <a:buSzPts val="2834"/>
              <a:buFont typeface="Arial"/>
              <a:buNone/>
            </a:pPr>
            <a:r>
              <a:rPr b="1" i="0" lang="en-US" sz="2834" u="none" cap="none" strike="noStrike">
                <a:solidFill>
                  <a:srgbClr val="152540"/>
                </a:solidFill>
                <a:latin typeface="Arial"/>
                <a:ea typeface="Arial"/>
                <a:cs typeface="Arial"/>
                <a:sym typeface="Arial"/>
              </a:rPr>
              <a:t>Lenguaje Natural</a:t>
            </a:r>
            <a:endParaRPr sz="1800">
              <a:solidFill>
                <a:schemeClr val="dk1"/>
              </a:solidFill>
              <a:latin typeface="Trebuchet MS"/>
              <a:ea typeface="Trebuchet MS"/>
              <a:cs typeface="Trebuchet MS"/>
              <a:sym typeface="Trebuchet MS"/>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Usado por los humanos para comunicarse.</a:t>
            </a:r>
            <a:endParaRPr b="0" i="0" sz="1800" u="none" cap="none" strike="noStrike">
              <a:solidFill>
                <a:schemeClr val="dk1"/>
              </a:solidFill>
              <a:latin typeface="Trebuchet MS"/>
              <a:ea typeface="Trebuchet MS"/>
              <a:cs typeface="Trebuchet MS"/>
              <a:sym typeface="Trebuchet MS"/>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Ambiguo, flexible y contextual.</a:t>
            </a:r>
            <a:endParaRPr b="0" i="0" sz="1800" u="none" cap="none" strike="noStrike">
              <a:solidFill>
                <a:schemeClr val="dk1"/>
              </a:solidFill>
              <a:latin typeface="Trebuchet MS"/>
              <a:ea typeface="Trebuchet MS"/>
              <a:cs typeface="Trebuchet MS"/>
              <a:sym typeface="Trebuchet MS"/>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Ejemplos: Español, Inglés.</a:t>
            </a:r>
            <a:endParaRPr b="0" i="0" sz="1800" u="none" cap="none" strike="noStrike">
              <a:solidFill>
                <a:schemeClr val="dk1"/>
              </a:solidFill>
              <a:latin typeface="Trebuchet MS"/>
              <a:ea typeface="Trebuchet MS"/>
              <a:cs typeface="Trebuchet MS"/>
              <a:sym typeface="Trebuchet MS"/>
            </a:endParaRPr>
          </a:p>
          <a:p>
            <a:pPr indent="0" lvl="0" marL="0" marR="0" rtl="0" algn="l">
              <a:lnSpc>
                <a:spcPct val="140014"/>
              </a:lnSpc>
              <a:spcBef>
                <a:spcPts val="0"/>
              </a:spcBef>
              <a:spcAft>
                <a:spcPts val="0"/>
              </a:spcAft>
              <a:buClr>
                <a:srgbClr val="152540"/>
              </a:buClr>
              <a:buSzPts val="2834"/>
              <a:buFont typeface="Arial"/>
              <a:buNone/>
            </a:pPr>
            <a:r>
              <a:rPr b="1" i="0" lang="en-US" sz="2834" u="none" cap="none" strike="noStrike">
                <a:solidFill>
                  <a:srgbClr val="152540"/>
                </a:solidFill>
                <a:latin typeface="Arial"/>
                <a:ea typeface="Arial"/>
                <a:cs typeface="Arial"/>
                <a:sym typeface="Arial"/>
              </a:rPr>
              <a:t>Lenguaje Formal</a:t>
            </a:r>
            <a:endParaRPr sz="1800">
              <a:solidFill>
                <a:schemeClr val="dk1"/>
              </a:solidFill>
              <a:latin typeface="Trebuchet MS"/>
              <a:ea typeface="Trebuchet MS"/>
              <a:cs typeface="Trebuchet MS"/>
              <a:sym typeface="Trebuchet MS"/>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Conjunto de símbolos y reglas precisas.</a:t>
            </a:r>
            <a:endParaRPr b="0" i="0" sz="1800" u="none" cap="none" strike="noStrike">
              <a:solidFill>
                <a:schemeClr val="dk1"/>
              </a:solidFill>
              <a:latin typeface="Trebuchet MS"/>
              <a:ea typeface="Trebuchet MS"/>
              <a:cs typeface="Trebuchet MS"/>
              <a:sym typeface="Trebuchet MS"/>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No ambiguo.</a:t>
            </a:r>
            <a:endParaRPr b="0" i="0" sz="1800" u="none" cap="none" strike="noStrike">
              <a:solidFill>
                <a:schemeClr val="dk1"/>
              </a:solidFill>
              <a:latin typeface="Trebuchet MS"/>
              <a:ea typeface="Trebuchet MS"/>
              <a:cs typeface="Trebuchet MS"/>
              <a:sym typeface="Trebuchet MS"/>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Usado en matemáticas, lógica y programación.</a:t>
            </a:r>
            <a:endParaRPr b="0" i="0" sz="1800" u="none" cap="none" strike="noStrike">
              <a:solidFill>
                <a:schemeClr val="dk1"/>
              </a:solidFill>
              <a:latin typeface="Trebuchet MS"/>
              <a:ea typeface="Trebuchet MS"/>
              <a:cs typeface="Trebuchet MS"/>
              <a:sym typeface="Trebuchet MS"/>
            </a:endParaRPr>
          </a:p>
          <a:p>
            <a:pPr indent="0" lvl="0" marL="0" marR="0" rtl="0" algn="l">
              <a:lnSpc>
                <a:spcPct val="140014"/>
              </a:lnSpc>
              <a:spcBef>
                <a:spcPts val="0"/>
              </a:spcBef>
              <a:spcAft>
                <a:spcPts val="0"/>
              </a:spcAft>
              <a:buClr>
                <a:srgbClr val="152540"/>
              </a:buClr>
              <a:buSzPts val="2834"/>
              <a:buFont typeface="Arial"/>
              <a:buNone/>
            </a:pPr>
            <a:r>
              <a:rPr b="1" i="0" lang="en-US" sz="2834" u="none" cap="none" strike="noStrike">
                <a:solidFill>
                  <a:srgbClr val="152540"/>
                </a:solidFill>
                <a:latin typeface="Arial"/>
                <a:ea typeface="Arial"/>
                <a:cs typeface="Arial"/>
                <a:sym typeface="Arial"/>
              </a:rPr>
              <a:t>Lenguajes de Programación</a:t>
            </a:r>
            <a:endParaRPr sz="1800">
              <a:solidFill>
                <a:schemeClr val="dk1"/>
              </a:solidFill>
              <a:latin typeface="Trebuchet MS"/>
              <a:ea typeface="Trebuchet MS"/>
              <a:cs typeface="Trebuchet MS"/>
              <a:sym typeface="Trebuchet MS"/>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Sistemas formales diseñados para comunicarse con computadoras.</a:t>
            </a:r>
            <a:endParaRPr b="0" i="0" sz="1800" u="none" cap="none" strike="noStrike">
              <a:solidFill>
                <a:schemeClr val="dk1"/>
              </a:solidFill>
              <a:latin typeface="Trebuchet MS"/>
              <a:ea typeface="Trebuchet MS"/>
              <a:cs typeface="Trebuchet MS"/>
              <a:sym typeface="Trebuchet MS"/>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Tienen sintaxis y semántica bien definidas.</a:t>
            </a:r>
            <a:endParaRPr b="0" i="0" sz="1800" u="none" cap="none" strike="noStrike">
              <a:solidFill>
                <a:schemeClr val="dk1"/>
              </a:solidFill>
              <a:latin typeface="Trebuchet MS"/>
              <a:ea typeface="Trebuchet MS"/>
              <a:cs typeface="Trebuchet MS"/>
              <a:sym typeface="Trebuchet MS"/>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Ejemplos: Java, Python, C++.</a:t>
            </a:r>
            <a:endParaRPr b="0" i="0" sz="1800" u="none" cap="none" strike="noStrike">
              <a:solidFill>
                <a:schemeClr val="dk1"/>
              </a:solidFill>
              <a:latin typeface="Trebuchet MS"/>
              <a:ea typeface="Trebuchet MS"/>
              <a:cs typeface="Trebuchet MS"/>
              <a:sym typeface="Trebuchet MS"/>
            </a:endParaRPr>
          </a:p>
        </p:txBody>
      </p:sp>
      <p:sp>
        <p:nvSpPr>
          <p:cNvPr id="438" name="Google Shape;438;p21"/>
          <p:cNvSpPr txBox="1"/>
          <p:nvPr/>
        </p:nvSpPr>
        <p:spPr>
          <a:xfrm>
            <a:off x="2507390" y="1000125"/>
            <a:ext cx="13503315" cy="2052066"/>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131416"/>
              </a:buClr>
              <a:buSzPts val="6900"/>
              <a:buFont typeface="Arial"/>
              <a:buNone/>
            </a:pPr>
            <a:r>
              <a:rPr b="0" i="0" lang="en-US" sz="6900" u="none" cap="none" strike="noStrike">
                <a:solidFill>
                  <a:srgbClr val="131416"/>
                </a:solidFill>
                <a:latin typeface="Arial"/>
                <a:ea typeface="Arial"/>
                <a:cs typeface="Arial"/>
                <a:sym typeface="Arial"/>
              </a:rPr>
              <a:t>CONCEPTOS CLAVE APRENDIDOS </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22"/>
          <p:cNvSpPr txBox="1"/>
          <p:nvPr/>
        </p:nvSpPr>
        <p:spPr>
          <a:xfrm>
            <a:off x="1464052" y="2923362"/>
            <a:ext cx="12632411" cy="4442855"/>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Clr>
                <a:srgbClr val="152540"/>
              </a:buClr>
              <a:buSzPts val="2834"/>
              <a:buFont typeface="Arial"/>
              <a:buNone/>
            </a:pPr>
            <a:r>
              <a:rPr b="1" i="0" lang="en-US" sz="2834" u="none" cap="none" strike="noStrike">
                <a:solidFill>
                  <a:srgbClr val="152540"/>
                </a:solidFill>
                <a:latin typeface="Arial"/>
                <a:ea typeface="Arial"/>
                <a:cs typeface="Arial"/>
                <a:sym typeface="Arial"/>
              </a:rPr>
              <a:t>Evolución de los Lenguajes de Programación</a:t>
            </a:r>
            <a:endParaRPr sz="1800">
              <a:solidFill>
                <a:schemeClr val="dk1"/>
              </a:solidFill>
              <a:latin typeface="Trebuchet MS"/>
              <a:ea typeface="Trebuchet MS"/>
              <a:cs typeface="Trebuchet MS"/>
              <a:sym typeface="Trebuchet MS"/>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De bajo nivel (ensamblador) a alto nivel (Java, Python).</a:t>
            </a:r>
            <a:endParaRPr b="0" i="0" sz="1800" u="none" cap="none" strike="noStrike">
              <a:solidFill>
                <a:schemeClr val="dk1"/>
              </a:solidFill>
              <a:latin typeface="Trebuchet MS"/>
              <a:ea typeface="Trebuchet MS"/>
              <a:cs typeface="Trebuchet MS"/>
              <a:sym typeface="Trebuchet MS"/>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Mayor abstracción, facilidad de uso y legibilidad.</a:t>
            </a:r>
            <a:endParaRPr b="0" i="0" sz="1800" u="none" cap="none" strike="noStrike">
              <a:solidFill>
                <a:schemeClr val="dk1"/>
              </a:solidFill>
              <a:latin typeface="Trebuchet MS"/>
              <a:ea typeface="Trebuchet MS"/>
              <a:cs typeface="Trebuchet MS"/>
              <a:sym typeface="Trebuchet MS"/>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Incorporación de nuevos paradigmas y características.</a:t>
            </a:r>
            <a:endParaRPr b="0" i="0" sz="1800" u="none" cap="none" strike="noStrike">
              <a:solidFill>
                <a:schemeClr val="dk1"/>
              </a:solidFill>
              <a:latin typeface="Trebuchet MS"/>
              <a:ea typeface="Trebuchet MS"/>
              <a:cs typeface="Trebuchet MS"/>
              <a:sym typeface="Trebuchet MS"/>
            </a:endParaRPr>
          </a:p>
          <a:p>
            <a:pPr indent="0" lvl="0" marL="0" marR="0" rtl="0" algn="l">
              <a:lnSpc>
                <a:spcPct val="140014"/>
              </a:lnSpc>
              <a:spcBef>
                <a:spcPts val="0"/>
              </a:spcBef>
              <a:spcAft>
                <a:spcPts val="0"/>
              </a:spcAft>
              <a:buClr>
                <a:srgbClr val="152540"/>
              </a:buClr>
              <a:buSzPts val="2834"/>
              <a:buFont typeface="Arial"/>
              <a:buNone/>
            </a:pPr>
            <a:r>
              <a:rPr b="1" i="0" lang="en-US" sz="2834" u="none" cap="none" strike="noStrike">
                <a:solidFill>
                  <a:srgbClr val="152540"/>
                </a:solidFill>
                <a:latin typeface="Arial"/>
                <a:ea typeface="Arial"/>
                <a:cs typeface="Arial"/>
                <a:sym typeface="Arial"/>
              </a:rPr>
              <a:t>Paradigmas de Programación</a:t>
            </a:r>
            <a:endParaRPr sz="1800">
              <a:solidFill>
                <a:schemeClr val="dk1"/>
              </a:solidFill>
              <a:latin typeface="Trebuchet MS"/>
              <a:ea typeface="Trebuchet MS"/>
              <a:cs typeface="Trebuchet MS"/>
              <a:sym typeface="Trebuchet MS"/>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Imperativo: secuencia de instrucciones (C, Java).</a:t>
            </a:r>
            <a:endParaRPr b="0" i="0" sz="1800" u="none" cap="none" strike="noStrike">
              <a:solidFill>
                <a:schemeClr val="dk1"/>
              </a:solidFill>
              <a:latin typeface="Trebuchet MS"/>
              <a:ea typeface="Trebuchet MS"/>
              <a:cs typeface="Trebuchet MS"/>
              <a:sym typeface="Trebuchet MS"/>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Orientado a Objetos: objetos y clases (Java, Python).</a:t>
            </a:r>
            <a:endParaRPr b="0" i="0" sz="1800" u="none" cap="none" strike="noStrike">
              <a:solidFill>
                <a:schemeClr val="dk1"/>
              </a:solidFill>
              <a:latin typeface="Trebuchet MS"/>
              <a:ea typeface="Trebuchet MS"/>
              <a:cs typeface="Trebuchet MS"/>
              <a:sym typeface="Trebuchet MS"/>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Funcional: funciones puras (Haskell, Scala).</a:t>
            </a:r>
            <a:endParaRPr b="0" i="0" sz="1800" u="none" cap="none" strike="noStrike">
              <a:solidFill>
                <a:schemeClr val="dk1"/>
              </a:solidFill>
              <a:latin typeface="Trebuchet MS"/>
              <a:ea typeface="Trebuchet MS"/>
              <a:cs typeface="Trebuchet MS"/>
              <a:sym typeface="Trebuchet MS"/>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Lógico: basado en reglas lógicas (Prolog).</a:t>
            </a:r>
            <a:endParaRPr b="0" i="0" sz="1800" u="none" cap="none" strike="noStrike">
              <a:solidFill>
                <a:schemeClr val="dk1"/>
              </a:solidFill>
              <a:latin typeface="Trebuchet MS"/>
              <a:ea typeface="Trebuchet MS"/>
              <a:cs typeface="Trebuchet MS"/>
              <a:sym typeface="Trebuchet MS"/>
            </a:endParaRPr>
          </a:p>
        </p:txBody>
      </p:sp>
      <p:sp>
        <p:nvSpPr>
          <p:cNvPr id="444" name="Google Shape;444;p22"/>
          <p:cNvSpPr txBox="1"/>
          <p:nvPr/>
        </p:nvSpPr>
        <p:spPr>
          <a:xfrm>
            <a:off x="2507390" y="1000125"/>
            <a:ext cx="13503315" cy="2052066"/>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131416"/>
              </a:buClr>
              <a:buSzPts val="6900"/>
              <a:buFont typeface="Arial"/>
              <a:buNone/>
            </a:pPr>
            <a:r>
              <a:rPr b="0" i="0" lang="en-US" sz="6900" u="none" cap="none" strike="noStrike">
                <a:solidFill>
                  <a:srgbClr val="131416"/>
                </a:solidFill>
                <a:latin typeface="Arial"/>
                <a:ea typeface="Arial"/>
                <a:cs typeface="Arial"/>
                <a:sym typeface="Arial"/>
              </a:rPr>
              <a:t>CONCEPTOS CLAVE APRENDIDOS </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23"/>
          <p:cNvSpPr txBox="1"/>
          <p:nvPr/>
        </p:nvSpPr>
        <p:spPr>
          <a:xfrm>
            <a:off x="1464052" y="2923362"/>
            <a:ext cx="12632411" cy="3452255"/>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Clr>
                <a:srgbClr val="152540"/>
              </a:buClr>
              <a:buSzPts val="2834"/>
              <a:buFont typeface="Arial"/>
              <a:buNone/>
            </a:pPr>
            <a:r>
              <a:rPr b="1" i="0" lang="en-US" sz="2834" u="none" cap="none" strike="noStrike">
                <a:solidFill>
                  <a:srgbClr val="152540"/>
                </a:solidFill>
                <a:latin typeface="Arial"/>
                <a:ea typeface="Arial"/>
                <a:cs typeface="Arial"/>
                <a:sym typeface="Arial"/>
              </a:rPr>
              <a:t>Generaciones de Lenguajes de Programación</a:t>
            </a:r>
            <a:endParaRPr sz="1800">
              <a:solidFill>
                <a:schemeClr val="dk1"/>
              </a:solidFill>
              <a:latin typeface="Trebuchet MS"/>
              <a:ea typeface="Trebuchet MS"/>
              <a:cs typeface="Trebuchet MS"/>
              <a:sym typeface="Trebuchet MS"/>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1ª Generación: lenguaje máquina (binario).</a:t>
            </a:r>
            <a:endParaRPr b="0" i="0" sz="1800" u="none" cap="none" strike="noStrike">
              <a:solidFill>
                <a:schemeClr val="dk1"/>
              </a:solidFill>
              <a:latin typeface="Trebuchet MS"/>
              <a:ea typeface="Trebuchet MS"/>
              <a:cs typeface="Trebuchet MS"/>
              <a:sym typeface="Trebuchet MS"/>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2ª Generación: ensamblador.</a:t>
            </a:r>
            <a:endParaRPr b="0" i="0" sz="1800" u="none" cap="none" strike="noStrike">
              <a:solidFill>
                <a:schemeClr val="dk1"/>
              </a:solidFill>
              <a:latin typeface="Trebuchet MS"/>
              <a:ea typeface="Trebuchet MS"/>
              <a:cs typeface="Trebuchet MS"/>
              <a:sym typeface="Trebuchet MS"/>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3ª Generación: lenguajes de alto nivel (C, Java).</a:t>
            </a:r>
            <a:endParaRPr b="0" i="0" sz="1800" u="none" cap="none" strike="noStrike">
              <a:solidFill>
                <a:schemeClr val="dk1"/>
              </a:solidFill>
              <a:latin typeface="Trebuchet MS"/>
              <a:ea typeface="Trebuchet MS"/>
              <a:cs typeface="Trebuchet MS"/>
              <a:sym typeface="Trebuchet MS"/>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4ª Generación: lenguajes orientados a tareas (SQL).</a:t>
            </a:r>
            <a:endParaRPr b="0" i="0" sz="1800" u="none" cap="none" strike="noStrike">
              <a:solidFill>
                <a:schemeClr val="dk1"/>
              </a:solidFill>
              <a:latin typeface="Trebuchet MS"/>
              <a:ea typeface="Trebuchet MS"/>
              <a:cs typeface="Trebuchet MS"/>
              <a:sym typeface="Trebuchet MS"/>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5ª Generación: lenguajes basados en inteligencia artificial y lógica (Prolog).</a:t>
            </a:r>
            <a:endParaRPr b="0" i="0" sz="1800" u="none" cap="none" strike="noStrike">
              <a:solidFill>
                <a:schemeClr val="dk1"/>
              </a:solidFill>
              <a:latin typeface="Trebuchet MS"/>
              <a:ea typeface="Trebuchet MS"/>
              <a:cs typeface="Trebuchet MS"/>
              <a:sym typeface="Trebuchet MS"/>
            </a:endParaRPr>
          </a:p>
        </p:txBody>
      </p:sp>
      <p:sp>
        <p:nvSpPr>
          <p:cNvPr id="450" name="Google Shape;450;p23"/>
          <p:cNvSpPr txBox="1"/>
          <p:nvPr/>
        </p:nvSpPr>
        <p:spPr>
          <a:xfrm>
            <a:off x="2507390" y="1000125"/>
            <a:ext cx="13503315" cy="2052066"/>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131416"/>
              </a:buClr>
              <a:buSzPts val="6900"/>
              <a:buFont typeface="Arial"/>
              <a:buNone/>
            </a:pPr>
            <a:r>
              <a:rPr b="0" i="0" lang="en-US" sz="6900" u="none" cap="none" strike="noStrike">
                <a:solidFill>
                  <a:srgbClr val="131416"/>
                </a:solidFill>
                <a:latin typeface="Arial"/>
                <a:ea typeface="Arial"/>
                <a:cs typeface="Arial"/>
                <a:sym typeface="Arial"/>
              </a:rPr>
              <a:t>CONCEPTOS CLAVE APRENDIDOS </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24"/>
          <p:cNvSpPr txBox="1"/>
          <p:nvPr/>
        </p:nvSpPr>
        <p:spPr>
          <a:xfrm>
            <a:off x="1793489" y="3285909"/>
            <a:ext cx="14701023" cy="5586095"/>
          </a:xfrm>
          <a:prstGeom prst="rect">
            <a:avLst/>
          </a:prstGeom>
          <a:noFill/>
          <a:ln>
            <a:noFill/>
          </a:ln>
        </p:spPr>
        <p:txBody>
          <a:bodyPr anchorCtr="0" anchor="t" bIns="0" lIns="0" spcFirstLastPara="1" rIns="0" wrap="square" tIns="0">
            <a:spAutoFit/>
          </a:bodyPr>
          <a:lstStyle/>
          <a:p>
            <a:pPr indent="0" lvl="0" marL="0" marR="0" rtl="0" algn="just">
              <a:lnSpc>
                <a:spcPct val="140012"/>
              </a:lnSpc>
              <a:spcBef>
                <a:spcPts val="0"/>
              </a:spcBef>
              <a:spcAft>
                <a:spcPts val="0"/>
              </a:spcAft>
              <a:buClr>
                <a:srgbClr val="152540"/>
              </a:buClr>
              <a:buSzPts val="3199"/>
              <a:buFont typeface="Arial"/>
              <a:buNone/>
            </a:pPr>
            <a:r>
              <a:rPr b="1" i="0" lang="en-US" sz="3199" u="none" cap="none" strike="noStrike">
                <a:solidFill>
                  <a:srgbClr val="152540"/>
                </a:solidFill>
                <a:latin typeface="Arial"/>
                <a:ea typeface="Arial"/>
                <a:cs typeface="Arial"/>
                <a:sym typeface="Arial"/>
              </a:rPr>
              <a:t>Curiosidad</a:t>
            </a:r>
            <a:r>
              <a:rPr b="0" i="0" lang="en-US" sz="3199" u="none" cap="none" strike="noStrike">
                <a:solidFill>
                  <a:srgbClr val="152540"/>
                </a:solidFill>
                <a:latin typeface="Arial"/>
                <a:ea typeface="Arial"/>
                <a:cs typeface="Arial"/>
                <a:sym typeface="Arial"/>
              </a:rPr>
              <a:t>: La curiosidad lleva al alumno a explorar cómo y por qué se han desarrollado los lenguajes formales y de programación, las razones detrás de sus estructuras y cómo influyen en nuestra vida diaria.</a:t>
            </a:r>
            <a:endParaRPr sz="1800">
              <a:solidFill>
                <a:schemeClr val="dk1"/>
              </a:solidFill>
              <a:latin typeface="Trebuchet MS"/>
              <a:ea typeface="Trebuchet MS"/>
              <a:cs typeface="Trebuchet MS"/>
              <a:sym typeface="Trebuchet MS"/>
            </a:endParaRPr>
          </a:p>
          <a:p>
            <a:pPr indent="0" lvl="0" marL="0" marR="0" rtl="0" algn="just">
              <a:lnSpc>
                <a:spcPct val="140012"/>
              </a:lnSpc>
              <a:spcBef>
                <a:spcPts val="0"/>
              </a:spcBef>
              <a:spcAft>
                <a:spcPts val="0"/>
              </a:spcAft>
              <a:buClr>
                <a:srgbClr val="152540"/>
              </a:buClr>
              <a:buSzPts val="3199"/>
              <a:buFont typeface="Arial"/>
              <a:buNone/>
            </a:pPr>
            <a:r>
              <a:rPr b="1" i="0" lang="en-US" sz="3199" u="none" cap="none" strike="noStrike">
                <a:solidFill>
                  <a:srgbClr val="152540"/>
                </a:solidFill>
                <a:latin typeface="Arial"/>
                <a:ea typeface="Arial"/>
                <a:cs typeface="Arial"/>
                <a:sym typeface="Arial"/>
              </a:rPr>
              <a:t>Pensamiento Crítico</a:t>
            </a:r>
            <a:r>
              <a:rPr b="0" i="0" lang="en-US" sz="3199" u="none" cap="none" strike="noStrike">
                <a:solidFill>
                  <a:srgbClr val="152540"/>
                </a:solidFill>
                <a:latin typeface="Arial"/>
                <a:ea typeface="Arial"/>
                <a:cs typeface="Arial"/>
                <a:sym typeface="Arial"/>
              </a:rPr>
              <a:t>: Los lenguajes de programación y su evolución no son solo una cuestión de memorizar reglas, sino también de comprender por qué ciertas decisiones se tomaron en el diseño de lenguajes.</a:t>
            </a:r>
            <a:endParaRPr sz="1800">
              <a:solidFill>
                <a:schemeClr val="dk1"/>
              </a:solidFill>
              <a:latin typeface="Trebuchet MS"/>
              <a:ea typeface="Trebuchet MS"/>
              <a:cs typeface="Trebuchet MS"/>
              <a:sym typeface="Trebuchet MS"/>
            </a:endParaRPr>
          </a:p>
          <a:p>
            <a:pPr indent="0" lvl="0" marL="0" marR="0" rtl="0" algn="just">
              <a:lnSpc>
                <a:spcPct val="140012"/>
              </a:lnSpc>
              <a:spcBef>
                <a:spcPts val="0"/>
              </a:spcBef>
              <a:spcAft>
                <a:spcPts val="0"/>
              </a:spcAft>
              <a:buClr>
                <a:srgbClr val="152540"/>
              </a:buClr>
              <a:buSzPts val="3199"/>
              <a:buFont typeface="Arial"/>
              <a:buNone/>
            </a:pPr>
            <a:r>
              <a:rPr b="1" i="0" lang="en-US" sz="3199" u="none" cap="none" strike="noStrike">
                <a:solidFill>
                  <a:srgbClr val="152540"/>
                </a:solidFill>
                <a:latin typeface="Arial"/>
                <a:ea typeface="Arial"/>
                <a:cs typeface="Arial"/>
                <a:sym typeface="Arial"/>
              </a:rPr>
              <a:t>Atención al Detalle</a:t>
            </a:r>
            <a:r>
              <a:rPr b="0" i="0" lang="en-US" sz="3199" u="none" cap="none" strike="noStrike">
                <a:solidFill>
                  <a:srgbClr val="152540"/>
                </a:solidFill>
                <a:latin typeface="Arial"/>
                <a:ea typeface="Arial"/>
                <a:cs typeface="Arial"/>
                <a:sym typeface="Arial"/>
              </a:rPr>
              <a:t>: Una sola palabra mal escrita o un símbolo erróneo puede afectar el comportamiento del programa.</a:t>
            </a:r>
            <a:endParaRPr sz="1800">
              <a:solidFill>
                <a:schemeClr val="dk1"/>
              </a:solidFill>
              <a:latin typeface="Trebuchet MS"/>
              <a:ea typeface="Trebuchet MS"/>
              <a:cs typeface="Trebuchet MS"/>
              <a:sym typeface="Trebuchet MS"/>
            </a:endParaRPr>
          </a:p>
        </p:txBody>
      </p:sp>
      <p:sp>
        <p:nvSpPr>
          <p:cNvPr id="456" name="Google Shape;456;p24"/>
          <p:cNvSpPr txBox="1"/>
          <p:nvPr/>
        </p:nvSpPr>
        <p:spPr>
          <a:xfrm>
            <a:off x="2392343" y="2262543"/>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131416"/>
              </a:buClr>
              <a:buSzPts val="6900"/>
              <a:buFont typeface="Arial"/>
              <a:buNone/>
            </a:pPr>
            <a:r>
              <a:rPr b="0" i="0" lang="en-US" sz="6900" u="none" cap="none" strike="noStrike">
                <a:solidFill>
                  <a:srgbClr val="131416"/>
                </a:solidFill>
                <a:latin typeface="Arial"/>
                <a:ea typeface="Arial"/>
                <a:cs typeface="Arial"/>
                <a:sym typeface="Arial"/>
              </a:rPr>
              <a:t>VALORES</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25"/>
          <p:cNvSpPr txBox="1"/>
          <p:nvPr/>
        </p:nvSpPr>
        <p:spPr>
          <a:xfrm>
            <a:off x="1793489" y="4312620"/>
            <a:ext cx="14701023" cy="3580765"/>
          </a:xfrm>
          <a:prstGeom prst="rect">
            <a:avLst/>
          </a:prstGeom>
          <a:noFill/>
          <a:ln>
            <a:noFill/>
          </a:ln>
        </p:spPr>
        <p:txBody>
          <a:bodyPr anchorCtr="0" anchor="t" bIns="0" lIns="0" spcFirstLastPara="1" rIns="0" wrap="square" tIns="0">
            <a:spAutoFit/>
          </a:bodyPr>
          <a:lstStyle/>
          <a:p>
            <a:pPr indent="-367028" lvl="1" marL="734056" marR="0" rtl="0" algn="just">
              <a:lnSpc>
                <a:spcPct val="140011"/>
              </a:lnSpc>
              <a:spcBef>
                <a:spcPts val="0"/>
              </a:spcBef>
              <a:spcAft>
                <a:spcPts val="0"/>
              </a:spcAft>
              <a:buClr>
                <a:srgbClr val="152540"/>
              </a:buClr>
              <a:buSzPts val="3399"/>
              <a:buFont typeface="Arial"/>
              <a:buChar char="•"/>
            </a:pPr>
            <a:r>
              <a:rPr b="0" i="0" lang="en-US" sz="3399" u="none" cap="none" strike="noStrike">
                <a:solidFill>
                  <a:srgbClr val="152540"/>
                </a:solidFill>
                <a:latin typeface="Arial"/>
                <a:ea typeface="Arial"/>
                <a:cs typeface="Arial"/>
                <a:sym typeface="Arial"/>
              </a:rPr>
              <a:t>Kernighan, B. W., &amp; Ritchie, D. M. (1988). The C programming language (2nd ed.). Prentice Hall.</a:t>
            </a:r>
            <a:endParaRPr b="0" i="0" sz="1800" u="none" cap="none" strike="noStrike">
              <a:solidFill>
                <a:schemeClr val="dk1"/>
              </a:solidFill>
              <a:latin typeface="Trebuchet MS"/>
              <a:ea typeface="Trebuchet MS"/>
              <a:cs typeface="Trebuchet MS"/>
              <a:sym typeface="Trebuchet MS"/>
            </a:endParaRPr>
          </a:p>
          <a:p>
            <a:pPr indent="-367028" lvl="1" marL="734056" marR="0" rtl="0" algn="just">
              <a:lnSpc>
                <a:spcPct val="140011"/>
              </a:lnSpc>
              <a:spcBef>
                <a:spcPts val="0"/>
              </a:spcBef>
              <a:spcAft>
                <a:spcPts val="0"/>
              </a:spcAft>
              <a:buClr>
                <a:srgbClr val="152540"/>
              </a:buClr>
              <a:buSzPts val="3399"/>
              <a:buFont typeface="Arial"/>
              <a:buChar char="•"/>
            </a:pPr>
            <a:r>
              <a:rPr b="0" i="0" lang="en-US" sz="3399" u="none" cap="none" strike="noStrike">
                <a:solidFill>
                  <a:srgbClr val="152540"/>
                </a:solidFill>
                <a:latin typeface="Arial"/>
                <a:ea typeface="Arial"/>
                <a:cs typeface="Arial"/>
                <a:sym typeface="Arial"/>
              </a:rPr>
              <a:t>SICP. (1996). Structure and Interpretation of Computer Programs (2nd ed.). MIT Press.</a:t>
            </a:r>
            <a:endParaRPr b="0" i="0" sz="1800" u="none" cap="none" strike="noStrike">
              <a:solidFill>
                <a:schemeClr val="dk1"/>
              </a:solidFill>
              <a:latin typeface="Trebuchet MS"/>
              <a:ea typeface="Trebuchet MS"/>
              <a:cs typeface="Trebuchet MS"/>
              <a:sym typeface="Trebuchet MS"/>
            </a:endParaRPr>
          </a:p>
          <a:p>
            <a:pPr indent="-367028" lvl="1" marL="734056" marR="0" rtl="0" algn="just">
              <a:lnSpc>
                <a:spcPct val="140011"/>
              </a:lnSpc>
              <a:spcBef>
                <a:spcPts val="0"/>
              </a:spcBef>
              <a:spcAft>
                <a:spcPts val="0"/>
              </a:spcAft>
              <a:buClr>
                <a:srgbClr val="152540"/>
              </a:buClr>
              <a:buSzPts val="3399"/>
              <a:buFont typeface="Arial"/>
              <a:buChar char="•"/>
            </a:pPr>
            <a:r>
              <a:rPr b="0" i="0" lang="en-US" sz="3399" u="none" cap="none" strike="noStrike">
                <a:solidFill>
                  <a:srgbClr val="152540"/>
                </a:solidFill>
                <a:latin typeface="Arial"/>
                <a:ea typeface="Arial"/>
                <a:cs typeface="Arial"/>
                <a:sym typeface="Arial"/>
              </a:rPr>
              <a:t>Wirth, N. (1996). Programming in Modula-2 (2nd ed.). Springer.</a:t>
            </a:r>
            <a:endParaRPr b="0" i="0" sz="1800" u="none" cap="none" strike="noStrike">
              <a:solidFill>
                <a:schemeClr val="dk1"/>
              </a:solidFill>
              <a:latin typeface="Trebuchet MS"/>
              <a:ea typeface="Trebuchet MS"/>
              <a:cs typeface="Trebuchet MS"/>
              <a:sym typeface="Trebuchet MS"/>
            </a:endParaRPr>
          </a:p>
        </p:txBody>
      </p:sp>
      <p:sp>
        <p:nvSpPr>
          <p:cNvPr id="462" name="Google Shape;462;p25"/>
          <p:cNvSpPr txBox="1"/>
          <p:nvPr/>
        </p:nvSpPr>
        <p:spPr>
          <a:xfrm>
            <a:off x="2392343" y="2849441"/>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131416"/>
              </a:buClr>
              <a:buSzPts val="6900"/>
              <a:buFont typeface="Arial"/>
              <a:buNone/>
            </a:pPr>
            <a:r>
              <a:rPr b="0" i="0" lang="en-US" sz="6900" u="none" cap="none" strike="noStrike">
                <a:solidFill>
                  <a:srgbClr val="131416"/>
                </a:solidFill>
                <a:latin typeface="Arial"/>
                <a:ea typeface="Arial"/>
                <a:cs typeface="Arial"/>
                <a:sym typeface="Arial"/>
              </a:rPr>
              <a:t>REFERENCIAS </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26"/>
          <p:cNvSpPr txBox="1"/>
          <p:nvPr/>
        </p:nvSpPr>
        <p:spPr>
          <a:xfrm>
            <a:off x="4437795" y="3389104"/>
            <a:ext cx="8658828" cy="249567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131416"/>
              </a:buClr>
              <a:buSzPts val="6099"/>
              <a:buFont typeface="Arial"/>
              <a:buNone/>
            </a:pPr>
            <a:r>
              <a:rPr b="0" i="0" lang="en-US" sz="6099" u="none" cap="none" strike="noStrike">
                <a:solidFill>
                  <a:srgbClr val="131416"/>
                </a:solidFill>
                <a:latin typeface="Arial"/>
                <a:ea typeface="Arial"/>
                <a:cs typeface="Arial"/>
                <a:sym typeface="Arial"/>
              </a:rPr>
              <a:t>¡GRACIAS POR SU  ATENCIÓN!</a:t>
            </a:r>
            <a:endParaRPr sz="1800">
              <a:solidFill>
                <a:schemeClr val="dk1"/>
              </a:solidFill>
              <a:latin typeface="Trebuchet MS"/>
              <a:ea typeface="Trebuchet MS"/>
              <a:cs typeface="Trebuchet MS"/>
              <a:sym typeface="Trebuchet MS"/>
            </a:endParaRPr>
          </a:p>
          <a:p>
            <a:pPr indent="0" lvl="0" marL="0" marR="0" rtl="0" algn="just">
              <a:lnSpc>
                <a:spcPct val="104000"/>
              </a:lnSpc>
              <a:spcBef>
                <a:spcPts val="0"/>
              </a:spcBef>
              <a:spcAft>
                <a:spcPts val="0"/>
              </a:spcAft>
              <a:buClr>
                <a:schemeClr val="dk1"/>
              </a:buClr>
              <a:buSzPts val="6099"/>
              <a:buFont typeface="Trebuchet MS"/>
              <a:buNone/>
            </a:pPr>
            <a:r>
              <a:t/>
            </a:r>
            <a:endParaRPr b="0" i="0" sz="6099" u="none" cap="none" strike="noStrike">
              <a:solidFill>
                <a:srgbClr val="131416"/>
              </a:solidFill>
              <a:latin typeface="Arial"/>
              <a:ea typeface="Arial"/>
              <a:cs typeface="Arial"/>
              <a:sym typeface="Arial"/>
            </a:endParaRPr>
          </a:p>
        </p:txBody>
      </p:sp>
      <p:sp>
        <p:nvSpPr>
          <p:cNvPr id="468" name="Google Shape;468;p26"/>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131416"/>
              </a:buClr>
              <a:buSzPts val="5000"/>
              <a:buFont typeface="Arial"/>
              <a:buNone/>
            </a:pPr>
            <a:r>
              <a:rPr b="0" i="0" lang="en-US" sz="5000" u="none" cap="none" strike="noStrike">
                <a:solidFill>
                  <a:srgbClr val="131416"/>
                </a:solidFill>
                <a:latin typeface="Arial"/>
                <a:ea typeface="Arial"/>
                <a:cs typeface="Arial"/>
                <a:sym typeface="Arial"/>
              </a:rPr>
              <a:t>DUDAS</a:t>
            </a:r>
            <a:endParaRPr sz="1800">
              <a:solidFill>
                <a:schemeClr val="dk1"/>
              </a:solidFill>
              <a:latin typeface="Trebuchet MS"/>
              <a:ea typeface="Trebuchet MS"/>
              <a:cs typeface="Trebuchet MS"/>
              <a:sym typeface="Trebuchet MS"/>
            </a:endParaRPr>
          </a:p>
        </p:txBody>
      </p:sp>
      <p:sp>
        <p:nvSpPr>
          <p:cNvPr id="469" name="Google Shape;469;p26"/>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rebuchet MS"/>
              <a:ea typeface="Trebuchet MS"/>
              <a:cs typeface="Trebuchet MS"/>
              <a:sym typeface="Trebuchet MS"/>
            </a:endParaRPr>
          </a:p>
        </p:txBody>
      </p:sp>
      <p:sp>
        <p:nvSpPr>
          <p:cNvPr id="470" name="Google Shape;470;p26"/>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131416"/>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sz="1800">
              <a:solidFill>
                <a:schemeClr val="dk1"/>
              </a:solidFill>
              <a:latin typeface="Trebuchet MS"/>
              <a:ea typeface="Trebuchet MS"/>
              <a:cs typeface="Trebuchet MS"/>
              <a:sym typeface="Trebuchet MS"/>
            </a:endParaRPr>
          </a:p>
        </p:txBody>
      </p:sp>
    </p:spTree>
  </p:cSld>
  <p:clrMapOvr>
    <a:masterClrMapping/>
  </p:clrMapOvr>
</p:sld>
</file>

<file path=ppt/theme/theme1.xml><?xml version="1.0" encoding="utf-8"?>
<a:theme xmlns:a="http://schemas.openxmlformats.org/drawingml/2006/main" xmlns:r="http://schemas.openxmlformats.org/officeDocument/2006/relationships" name="Faceta">
  <a:themeElements>
    <a:clrScheme name="Faceta">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