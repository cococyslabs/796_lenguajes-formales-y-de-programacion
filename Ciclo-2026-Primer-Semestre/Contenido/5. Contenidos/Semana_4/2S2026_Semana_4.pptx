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10287000" cx="18288000"/>
  <p:notesSz cx="6858000" cy="9144000"/>
  <p:embeddedFontLst>
    <p:embeddedFont>
      <p:font typeface="Montserrat"/>
      <p:regular r:id="rId27"/>
      <p:bold r:id="rId28"/>
      <p:italic r:id="rId29"/>
      <p:boldItalic r:id="rId30"/>
    </p:embeddedFont>
    <p:embeddedFont>
      <p:font typeface="Pacifico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ivWIIt0PyJkFWYKQ0pms0xjqPC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EDD415-FD68-45EC-A25E-E3B8303F8C48}">
  <a:tblStyle styleId="{92EDD415-FD68-45EC-A25E-E3B8303F8C4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Montserrat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acifico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customschemas.google.com/relationships/presentationmetadata" Target="meta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31" name="Google Shape;231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2" name="Google Shape;232;p2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35" name="Google Shape;235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56" name="Google Shape;256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57" name="Google Shape;257;p3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60" name="Google Shape;260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66" name="Google Shape;266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7" name="Google Shape;267;p4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70" name="Google Shape;270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76" name="Google Shape;276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7" name="Google Shape;277;p5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80" name="Google Shape;280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87" name="Google Shape;287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8" name="Google Shape;288;p6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91" name="Google Shape;291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98" name="Google Shape;298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9" name="Google Shape;299;p7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02" name="Google Shape;302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10" name="Google Shape;310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11" name="Google Shape;311;p8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14" name="Google Shape;314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20" name="Google Shape;320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21" name="Google Shape;321;p9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24" name="Google Shape;324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30" name="Google Shape;330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1" name="Google Shape;331;p10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34" name="Google Shape;334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41" name="Google Shape;341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42" name="Google Shape;342;p11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45" name="Google Shape;345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51" name="Google Shape;351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52" name="Google Shape;352;p12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55" name="Google Shape;355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61" name="Google Shape;361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62" name="Google Shape;362;p13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65" name="Google Shape;365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72" name="Google Shape;372;p1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73" name="Google Shape;373;p14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p1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76" name="Google Shape;376;p1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83" name="Google Shape;383;p1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84" name="Google Shape;384;p15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1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87" name="Google Shape;387;p1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94" name="Google Shape;394;p1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95" name="Google Shape;395;p16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p1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98" name="Google Shape;398;p1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04" name="Google Shape;404;p1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05" name="Google Shape;405;p17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7" name="Google Shape;407;p1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08" name="Google Shape;408;p1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14" name="Google Shape;414;p1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15" name="Google Shape;415;p18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1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7" name="Google Shape;417;p1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18" name="Google Shape;418;p1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24" name="Google Shape;424;p1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25" name="Google Shape;425;p19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1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" name="Google Shape;427;p1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28" name="Google Shape;428;p1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s-G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" name="Google Shape;4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4" name="Google Shape;54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3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3" name="Google Shape;73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idx="10" type="dt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3"/>
          <p:cNvSpPr txBox="1"/>
          <p:nvPr>
            <p:ph idx="11" type="ftr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35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111" name="Google Shape;111;p35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" name="Google Shape;112;p35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3" name="Google Shape;113;p35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</p:sp>
        <p:sp>
          <p:nvSpPr>
            <p:cNvPr id="114" name="Google Shape;114;p35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15" name="Google Shape;115;p35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5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70196"/>
              </a:srgbClr>
            </a:solidFill>
            <a:ln>
              <a:noFill/>
            </a:ln>
          </p:spPr>
        </p:sp>
        <p:sp>
          <p:nvSpPr>
            <p:cNvPr id="117" name="Google Shape;117;p35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</p:sp>
        <p:sp>
          <p:nvSpPr>
            <p:cNvPr id="118" name="Google Shape;118;p35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</p:sp>
        <p:sp>
          <p:nvSpPr>
            <p:cNvPr id="119" name="Google Shape;119;p35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5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" name="Google Shape;121;p35"/>
          <p:cNvSpPr txBox="1"/>
          <p:nvPr>
            <p:ph type="ctrTitle"/>
          </p:nvPr>
        </p:nvSpPr>
        <p:spPr>
          <a:xfrm>
            <a:off x="2260601" y="3606801"/>
            <a:ext cx="11650404" cy="24694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100"/>
              <a:buFont typeface="Trebuchet MS"/>
              <a:buNone/>
              <a:defRPr sz="81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5"/>
          <p:cNvSpPr txBox="1"/>
          <p:nvPr>
            <p:ph idx="1" type="subTitle"/>
          </p:nvPr>
        </p:nvSpPr>
        <p:spPr>
          <a:xfrm>
            <a:off x="2260601" y="6076250"/>
            <a:ext cx="11650404" cy="1645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500"/>
              </a:spcBef>
              <a:spcAft>
                <a:spcPts val="0"/>
              </a:spcAft>
              <a:buSzPts val="216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500"/>
              </a:spcBef>
              <a:spcAft>
                <a:spcPts val="0"/>
              </a:spcAft>
              <a:buSzPts val="192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500"/>
              </a:spcBef>
              <a:spcAft>
                <a:spcPts val="0"/>
              </a:spcAft>
              <a:buSzPts val="168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500"/>
              </a:spcBef>
              <a:spcAft>
                <a:spcPts val="0"/>
              </a:spcAft>
              <a:buSzPts val="144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500"/>
              </a:spcBef>
              <a:spcAft>
                <a:spcPts val="0"/>
              </a:spcAft>
              <a:buSzPts val="144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500"/>
              </a:spcBef>
              <a:spcAft>
                <a:spcPts val="0"/>
              </a:spcAft>
              <a:buSzPts val="144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500"/>
              </a:spcBef>
              <a:spcAft>
                <a:spcPts val="0"/>
              </a:spcAft>
              <a:buSzPts val="144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500"/>
              </a:spcBef>
              <a:spcAft>
                <a:spcPts val="0"/>
              </a:spcAft>
              <a:buSzPts val="144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500"/>
              </a:spcBef>
              <a:spcAft>
                <a:spcPts val="0"/>
              </a:spcAft>
              <a:buSzPts val="144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3" name="Google Shape;123;p35"/>
          <p:cNvSpPr txBox="1"/>
          <p:nvPr>
            <p:ph idx="10" type="dt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5"/>
          <p:cNvSpPr txBox="1"/>
          <p:nvPr>
            <p:ph idx="11" type="ftr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5"/>
          <p:cNvSpPr txBox="1"/>
          <p:nvPr>
            <p:ph idx="12" type="sldNum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6"/>
          <p:cNvSpPr txBox="1"/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6"/>
          <p:cNvSpPr txBox="1"/>
          <p:nvPr>
            <p:ph idx="1" type="body"/>
          </p:nvPr>
        </p:nvSpPr>
        <p:spPr>
          <a:xfrm>
            <a:off x="1016001" y="3240884"/>
            <a:ext cx="12895002" cy="58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9" name="Google Shape;129;p36"/>
          <p:cNvSpPr txBox="1"/>
          <p:nvPr>
            <p:ph idx="10" type="dt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6"/>
          <p:cNvSpPr txBox="1"/>
          <p:nvPr>
            <p:ph idx="11" type="ftr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6"/>
          <p:cNvSpPr txBox="1"/>
          <p:nvPr>
            <p:ph idx="12" type="sldNum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7"/>
          <p:cNvSpPr txBox="1"/>
          <p:nvPr>
            <p:ph type="title"/>
          </p:nvPr>
        </p:nvSpPr>
        <p:spPr>
          <a:xfrm>
            <a:off x="1016003" y="4051301"/>
            <a:ext cx="12895002" cy="27398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Trebuchet MS"/>
              <a:buNone/>
              <a:defRPr b="0" sz="6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7"/>
          <p:cNvSpPr txBox="1"/>
          <p:nvPr>
            <p:ph idx="1" type="body"/>
          </p:nvPr>
        </p:nvSpPr>
        <p:spPr>
          <a:xfrm>
            <a:off x="1016003" y="6791172"/>
            <a:ext cx="12895002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500"/>
              </a:spcBef>
              <a:spcAft>
                <a:spcPts val="0"/>
              </a:spcAft>
              <a:buSzPts val="2400"/>
              <a:buNone/>
              <a:defRPr sz="3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500"/>
              </a:spcBef>
              <a:spcAft>
                <a:spcPts val="0"/>
              </a:spcAft>
              <a:buSzPts val="2160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500"/>
              </a:spcBef>
              <a:spcAft>
                <a:spcPts val="0"/>
              </a:spcAft>
              <a:buSzPts val="192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37"/>
          <p:cNvSpPr txBox="1"/>
          <p:nvPr>
            <p:ph idx="10" type="dt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7"/>
          <p:cNvSpPr txBox="1"/>
          <p:nvPr>
            <p:ph idx="11" type="ftr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7"/>
          <p:cNvSpPr txBox="1"/>
          <p:nvPr>
            <p:ph idx="12" type="sldNum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8"/>
          <p:cNvSpPr txBox="1"/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8"/>
          <p:cNvSpPr txBox="1"/>
          <p:nvPr>
            <p:ph idx="1" type="body"/>
          </p:nvPr>
        </p:nvSpPr>
        <p:spPr>
          <a:xfrm>
            <a:off x="1016002" y="3240884"/>
            <a:ext cx="6276053" cy="58211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1" name="Google Shape;141;p38"/>
          <p:cNvSpPr txBox="1"/>
          <p:nvPr>
            <p:ph idx="2" type="body"/>
          </p:nvPr>
        </p:nvSpPr>
        <p:spPr>
          <a:xfrm>
            <a:off x="7634955" y="3240884"/>
            <a:ext cx="6276051" cy="58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2" name="Google Shape;142;p38"/>
          <p:cNvSpPr txBox="1"/>
          <p:nvPr>
            <p:ph idx="10" type="dt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8"/>
          <p:cNvSpPr txBox="1"/>
          <p:nvPr>
            <p:ph idx="11" type="ftr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8"/>
          <p:cNvSpPr txBox="1"/>
          <p:nvPr>
            <p:ph idx="12" type="sldNum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9"/>
          <p:cNvSpPr txBox="1"/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9"/>
          <p:cNvSpPr txBox="1"/>
          <p:nvPr>
            <p:ph idx="1" type="body"/>
          </p:nvPr>
        </p:nvSpPr>
        <p:spPr>
          <a:xfrm>
            <a:off x="1013618" y="3241475"/>
            <a:ext cx="6278435" cy="864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500"/>
              </a:spcBef>
              <a:spcAft>
                <a:spcPts val="0"/>
              </a:spcAft>
              <a:buSzPts val="2880"/>
              <a:buNone/>
              <a:defRPr b="0" sz="3600"/>
            </a:lvl1pPr>
            <a:lvl2pPr indent="-228600" lvl="1" marL="914400" algn="l">
              <a:spcBef>
                <a:spcPts val="1500"/>
              </a:spcBef>
              <a:spcAft>
                <a:spcPts val="0"/>
              </a:spcAft>
              <a:buSzPts val="2400"/>
              <a:buNone/>
              <a:defRPr b="1" sz="3000"/>
            </a:lvl2pPr>
            <a:lvl3pPr indent="-228600" lvl="2" marL="1371600" algn="l">
              <a:spcBef>
                <a:spcPts val="1500"/>
              </a:spcBef>
              <a:spcAft>
                <a:spcPts val="0"/>
              </a:spcAft>
              <a:buSzPts val="2160"/>
              <a:buNone/>
              <a:defRPr b="1" sz="2700"/>
            </a:lvl3pPr>
            <a:lvl4pPr indent="-228600" lvl="3" marL="1828800" algn="l">
              <a:spcBef>
                <a:spcPts val="1500"/>
              </a:spcBef>
              <a:spcAft>
                <a:spcPts val="0"/>
              </a:spcAft>
              <a:buSzPts val="1920"/>
              <a:buNone/>
              <a:defRPr b="1" sz="2400"/>
            </a:lvl4pPr>
            <a:lvl5pPr indent="-228600" lvl="4" marL="2286000" algn="l">
              <a:spcBef>
                <a:spcPts val="1500"/>
              </a:spcBef>
              <a:spcAft>
                <a:spcPts val="0"/>
              </a:spcAft>
              <a:buSzPts val="1920"/>
              <a:buNone/>
              <a:defRPr b="1" sz="2400"/>
            </a:lvl5pPr>
            <a:lvl6pPr indent="-228600" lvl="5" marL="2743200" algn="l">
              <a:spcBef>
                <a:spcPts val="1500"/>
              </a:spcBef>
              <a:spcAft>
                <a:spcPts val="0"/>
              </a:spcAft>
              <a:buSzPts val="1920"/>
              <a:buNone/>
              <a:defRPr b="1" sz="2400"/>
            </a:lvl6pPr>
            <a:lvl7pPr indent="-228600" lvl="6" marL="3200400" algn="l">
              <a:spcBef>
                <a:spcPts val="1500"/>
              </a:spcBef>
              <a:spcAft>
                <a:spcPts val="0"/>
              </a:spcAft>
              <a:buSzPts val="1920"/>
              <a:buNone/>
              <a:defRPr b="1" sz="2400"/>
            </a:lvl7pPr>
            <a:lvl8pPr indent="-228600" lvl="7" marL="3657600" algn="l">
              <a:spcBef>
                <a:spcPts val="1500"/>
              </a:spcBef>
              <a:spcAft>
                <a:spcPts val="0"/>
              </a:spcAft>
              <a:buSzPts val="1920"/>
              <a:buNone/>
              <a:defRPr b="1" sz="2400"/>
            </a:lvl8pPr>
            <a:lvl9pPr indent="-228600" lvl="8" marL="4114800" algn="l">
              <a:spcBef>
                <a:spcPts val="1500"/>
              </a:spcBef>
              <a:spcAft>
                <a:spcPts val="0"/>
              </a:spcAft>
              <a:buSzPts val="1920"/>
              <a:buNone/>
              <a:defRPr b="1" sz="2400"/>
            </a:lvl9pPr>
          </a:lstStyle>
          <a:p/>
        </p:txBody>
      </p:sp>
      <p:sp>
        <p:nvSpPr>
          <p:cNvPr id="148" name="Google Shape;148;p39"/>
          <p:cNvSpPr txBox="1"/>
          <p:nvPr>
            <p:ph idx="2" type="body"/>
          </p:nvPr>
        </p:nvSpPr>
        <p:spPr>
          <a:xfrm>
            <a:off x="1013618" y="4105868"/>
            <a:ext cx="6278435" cy="4956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9" name="Google Shape;149;p39"/>
          <p:cNvSpPr txBox="1"/>
          <p:nvPr>
            <p:ph idx="3" type="body"/>
          </p:nvPr>
        </p:nvSpPr>
        <p:spPr>
          <a:xfrm>
            <a:off x="7632575" y="3241475"/>
            <a:ext cx="6278427" cy="864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500"/>
              </a:spcBef>
              <a:spcAft>
                <a:spcPts val="0"/>
              </a:spcAft>
              <a:buSzPts val="2880"/>
              <a:buNone/>
              <a:defRPr b="0" sz="3600"/>
            </a:lvl1pPr>
            <a:lvl2pPr indent="-228600" lvl="1" marL="914400" algn="l">
              <a:spcBef>
                <a:spcPts val="1500"/>
              </a:spcBef>
              <a:spcAft>
                <a:spcPts val="0"/>
              </a:spcAft>
              <a:buSzPts val="2400"/>
              <a:buNone/>
              <a:defRPr b="1" sz="3000"/>
            </a:lvl2pPr>
            <a:lvl3pPr indent="-228600" lvl="2" marL="1371600" algn="l">
              <a:spcBef>
                <a:spcPts val="1500"/>
              </a:spcBef>
              <a:spcAft>
                <a:spcPts val="0"/>
              </a:spcAft>
              <a:buSzPts val="2160"/>
              <a:buNone/>
              <a:defRPr b="1" sz="2700"/>
            </a:lvl3pPr>
            <a:lvl4pPr indent="-228600" lvl="3" marL="1828800" algn="l">
              <a:spcBef>
                <a:spcPts val="1500"/>
              </a:spcBef>
              <a:spcAft>
                <a:spcPts val="0"/>
              </a:spcAft>
              <a:buSzPts val="1920"/>
              <a:buNone/>
              <a:defRPr b="1" sz="2400"/>
            </a:lvl4pPr>
            <a:lvl5pPr indent="-228600" lvl="4" marL="2286000" algn="l">
              <a:spcBef>
                <a:spcPts val="1500"/>
              </a:spcBef>
              <a:spcAft>
                <a:spcPts val="0"/>
              </a:spcAft>
              <a:buSzPts val="1920"/>
              <a:buNone/>
              <a:defRPr b="1" sz="2400"/>
            </a:lvl5pPr>
            <a:lvl6pPr indent="-228600" lvl="5" marL="2743200" algn="l">
              <a:spcBef>
                <a:spcPts val="1500"/>
              </a:spcBef>
              <a:spcAft>
                <a:spcPts val="0"/>
              </a:spcAft>
              <a:buSzPts val="1920"/>
              <a:buNone/>
              <a:defRPr b="1" sz="2400"/>
            </a:lvl6pPr>
            <a:lvl7pPr indent="-228600" lvl="6" marL="3200400" algn="l">
              <a:spcBef>
                <a:spcPts val="1500"/>
              </a:spcBef>
              <a:spcAft>
                <a:spcPts val="0"/>
              </a:spcAft>
              <a:buSzPts val="1920"/>
              <a:buNone/>
              <a:defRPr b="1" sz="2400"/>
            </a:lvl7pPr>
            <a:lvl8pPr indent="-228600" lvl="7" marL="3657600" algn="l">
              <a:spcBef>
                <a:spcPts val="1500"/>
              </a:spcBef>
              <a:spcAft>
                <a:spcPts val="0"/>
              </a:spcAft>
              <a:buSzPts val="1920"/>
              <a:buNone/>
              <a:defRPr b="1" sz="2400"/>
            </a:lvl8pPr>
            <a:lvl9pPr indent="-228600" lvl="8" marL="4114800" algn="l">
              <a:spcBef>
                <a:spcPts val="1500"/>
              </a:spcBef>
              <a:spcAft>
                <a:spcPts val="0"/>
              </a:spcAft>
              <a:buSzPts val="1920"/>
              <a:buNone/>
              <a:defRPr b="1" sz="2400"/>
            </a:lvl9pPr>
          </a:lstStyle>
          <a:p/>
        </p:txBody>
      </p:sp>
      <p:sp>
        <p:nvSpPr>
          <p:cNvPr id="150" name="Google Shape;150;p39"/>
          <p:cNvSpPr txBox="1"/>
          <p:nvPr>
            <p:ph idx="4" type="body"/>
          </p:nvPr>
        </p:nvSpPr>
        <p:spPr>
          <a:xfrm>
            <a:off x="7632577" y="4105868"/>
            <a:ext cx="6278426" cy="4956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51" name="Google Shape;151;p39"/>
          <p:cNvSpPr txBox="1"/>
          <p:nvPr>
            <p:ph idx="10" type="dt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9"/>
          <p:cNvSpPr txBox="1"/>
          <p:nvPr>
            <p:ph idx="11" type="ftr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9"/>
          <p:cNvSpPr txBox="1"/>
          <p:nvPr>
            <p:ph idx="12" type="sldNum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0"/>
          <p:cNvSpPr txBox="1"/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40"/>
          <p:cNvSpPr txBox="1"/>
          <p:nvPr>
            <p:ph idx="10" type="dt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40"/>
          <p:cNvSpPr txBox="1"/>
          <p:nvPr>
            <p:ph idx="11" type="ftr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40"/>
          <p:cNvSpPr txBox="1"/>
          <p:nvPr>
            <p:ph idx="12" type="sldNum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"/>
          <p:cNvSpPr txBox="1"/>
          <p:nvPr>
            <p:ph type="title"/>
          </p:nvPr>
        </p:nvSpPr>
        <p:spPr>
          <a:xfrm>
            <a:off x="1016001" y="2247906"/>
            <a:ext cx="5781792" cy="19176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rebuchet MS"/>
              <a:buNone/>
              <a:defRPr sz="3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41"/>
          <p:cNvSpPr txBox="1"/>
          <p:nvPr>
            <p:ph idx="1" type="body"/>
          </p:nvPr>
        </p:nvSpPr>
        <p:spPr>
          <a:xfrm>
            <a:off x="7140692" y="772387"/>
            <a:ext cx="6770312" cy="828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62" name="Google Shape;162;p41"/>
          <p:cNvSpPr txBox="1"/>
          <p:nvPr>
            <p:ph idx="2" type="body"/>
          </p:nvPr>
        </p:nvSpPr>
        <p:spPr>
          <a:xfrm>
            <a:off x="1016001" y="4165604"/>
            <a:ext cx="5781792" cy="3876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/>
            </a:lvl1pPr>
            <a:lvl2pPr indent="-228600" lvl="1" marL="9144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/>
            </a:lvl2pPr>
            <a:lvl3pPr indent="-228600" lvl="2" marL="1371600" algn="l">
              <a:spcBef>
                <a:spcPts val="1500"/>
              </a:spcBef>
              <a:spcAft>
                <a:spcPts val="0"/>
              </a:spcAft>
              <a:buSzPts val="1440"/>
              <a:buNone/>
              <a:defRPr sz="1800"/>
            </a:lvl3pPr>
            <a:lvl4pPr indent="-228600" lvl="3" marL="1828800" algn="l">
              <a:spcBef>
                <a:spcPts val="1500"/>
              </a:spcBef>
              <a:spcAft>
                <a:spcPts val="0"/>
              </a:spcAft>
              <a:buSzPts val="1200"/>
              <a:buNone/>
              <a:defRPr sz="1500"/>
            </a:lvl4pPr>
            <a:lvl5pPr indent="-228600" lvl="4" marL="2286000" algn="l">
              <a:spcBef>
                <a:spcPts val="1500"/>
              </a:spcBef>
              <a:spcAft>
                <a:spcPts val="0"/>
              </a:spcAft>
              <a:buSzPts val="1200"/>
              <a:buNone/>
              <a:defRPr sz="1500"/>
            </a:lvl5pPr>
            <a:lvl6pPr indent="-228600" lvl="5" marL="2743200" algn="l">
              <a:spcBef>
                <a:spcPts val="1500"/>
              </a:spcBef>
              <a:spcAft>
                <a:spcPts val="0"/>
              </a:spcAft>
              <a:buSzPts val="1200"/>
              <a:buNone/>
              <a:defRPr sz="1500"/>
            </a:lvl6pPr>
            <a:lvl7pPr indent="-228600" lvl="6" marL="3200400" algn="l">
              <a:spcBef>
                <a:spcPts val="1500"/>
              </a:spcBef>
              <a:spcAft>
                <a:spcPts val="0"/>
              </a:spcAft>
              <a:buSzPts val="1200"/>
              <a:buNone/>
              <a:defRPr sz="1500"/>
            </a:lvl7pPr>
            <a:lvl8pPr indent="-228600" lvl="7" marL="3657600" algn="l">
              <a:spcBef>
                <a:spcPts val="1500"/>
              </a:spcBef>
              <a:spcAft>
                <a:spcPts val="0"/>
              </a:spcAft>
              <a:buSzPts val="1200"/>
              <a:buNone/>
              <a:defRPr sz="1500"/>
            </a:lvl8pPr>
            <a:lvl9pPr indent="-228600" lvl="8" marL="4114800" algn="l">
              <a:spcBef>
                <a:spcPts val="1500"/>
              </a:spcBef>
              <a:spcAft>
                <a:spcPts val="0"/>
              </a:spcAft>
              <a:buSzPts val="1200"/>
              <a:buNone/>
              <a:defRPr sz="1500"/>
            </a:lvl9pPr>
          </a:lstStyle>
          <a:p/>
        </p:txBody>
      </p:sp>
      <p:sp>
        <p:nvSpPr>
          <p:cNvPr id="163" name="Google Shape;163;p41"/>
          <p:cNvSpPr txBox="1"/>
          <p:nvPr>
            <p:ph idx="10" type="dt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41"/>
          <p:cNvSpPr txBox="1"/>
          <p:nvPr>
            <p:ph idx="11" type="ftr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41"/>
          <p:cNvSpPr txBox="1"/>
          <p:nvPr>
            <p:ph idx="12" type="sldNum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2"/>
          <p:cNvSpPr txBox="1"/>
          <p:nvPr>
            <p:ph type="title"/>
          </p:nvPr>
        </p:nvSpPr>
        <p:spPr>
          <a:xfrm>
            <a:off x="1016002" y="7200900"/>
            <a:ext cx="12895001" cy="8501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42"/>
          <p:cNvSpPr/>
          <p:nvPr>
            <p:ph idx="2" type="pic"/>
          </p:nvPr>
        </p:nvSpPr>
        <p:spPr>
          <a:xfrm>
            <a:off x="1016001" y="914400"/>
            <a:ext cx="12895002" cy="5768577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42"/>
          <p:cNvSpPr txBox="1"/>
          <p:nvPr>
            <p:ph idx="1" type="body"/>
          </p:nvPr>
        </p:nvSpPr>
        <p:spPr>
          <a:xfrm>
            <a:off x="1016002" y="8051007"/>
            <a:ext cx="12895001" cy="1011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5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500"/>
              </a:spcBef>
              <a:spcAft>
                <a:spcPts val="0"/>
              </a:spcAft>
              <a:buSzPts val="1440"/>
              <a:buNone/>
              <a:defRPr sz="1800"/>
            </a:lvl2pPr>
            <a:lvl3pPr indent="-228600" lvl="2" marL="1371600" algn="l">
              <a:spcBef>
                <a:spcPts val="1500"/>
              </a:spcBef>
              <a:spcAft>
                <a:spcPts val="0"/>
              </a:spcAft>
              <a:buSzPts val="1200"/>
              <a:buNone/>
              <a:defRPr sz="1500"/>
            </a:lvl3pPr>
            <a:lvl4pPr indent="-228600" lvl="3" marL="1828800" algn="l">
              <a:spcBef>
                <a:spcPts val="1500"/>
              </a:spcBef>
              <a:spcAft>
                <a:spcPts val="0"/>
              </a:spcAft>
              <a:buSzPts val="1080"/>
              <a:buNone/>
              <a:defRPr sz="1350"/>
            </a:lvl4pPr>
            <a:lvl5pPr indent="-228600" lvl="4" marL="2286000" algn="l">
              <a:spcBef>
                <a:spcPts val="1500"/>
              </a:spcBef>
              <a:spcAft>
                <a:spcPts val="0"/>
              </a:spcAft>
              <a:buSzPts val="1080"/>
              <a:buNone/>
              <a:defRPr sz="1350"/>
            </a:lvl5pPr>
            <a:lvl6pPr indent="-228600" lvl="5" marL="2743200" algn="l">
              <a:spcBef>
                <a:spcPts val="1500"/>
              </a:spcBef>
              <a:spcAft>
                <a:spcPts val="0"/>
              </a:spcAft>
              <a:buSzPts val="1080"/>
              <a:buNone/>
              <a:defRPr sz="1350"/>
            </a:lvl6pPr>
            <a:lvl7pPr indent="-228600" lvl="6" marL="3200400" algn="l">
              <a:spcBef>
                <a:spcPts val="1500"/>
              </a:spcBef>
              <a:spcAft>
                <a:spcPts val="0"/>
              </a:spcAft>
              <a:buSzPts val="1080"/>
              <a:buNone/>
              <a:defRPr sz="1350"/>
            </a:lvl7pPr>
            <a:lvl8pPr indent="-228600" lvl="7" marL="3657600" algn="l">
              <a:spcBef>
                <a:spcPts val="1500"/>
              </a:spcBef>
              <a:spcAft>
                <a:spcPts val="0"/>
              </a:spcAft>
              <a:buSzPts val="1080"/>
              <a:buNone/>
              <a:defRPr sz="1350"/>
            </a:lvl8pPr>
            <a:lvl9pPr indent="-228600" lvl="8" marL="4114800" algn="l">
              <a:spcBef>
                <a:spcPts val="1500"/>
              </a:spcBef>
              <a:spcAft>
                <a:spcPts val="0"/>
              </a:spcAft>
              <a:buSzPts val="1080"/>
              <a:buNone/>
              <a:defRPr sz="1350"/>
            </a:lvl9pPr>
          </a:lstStyle>
          <a:p/>
        </p:txBody>
      </p:sp>
      <p:sp>
        <p:nvSpPr>
          <p:cNvPr id="170" name="Google Shape;170;p42"/>
          <p:cNvSpPr txBox="1"/>
          <p:nvPr>
            <p:ph idx="10" type="dt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42"/>
          <p:cNvSpPr txBox="1"/>
          <p:nvPr>
            <p:ph idx="11" type="ftr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42"/>
          <p:cNvSpPr txBox="1"/>
          <p:nvPr>
            <p:ph idx="12" type="sldNum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3"/>
          <p:cNvSpPr txBox="1"/>
          <p:nvPr>
            <p:ph type="title"/>
          </p:nvPr>
        </p:nvSpPr>
        <p:spPr>
          <a:xfrm>
            <a:off x="1016003" y="914400"/>
            <a:ext cx="12895002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600"/>
              <a:buFont typeface="Trebuchet MS"/>
              <a:buNone/>
              <a:defRPr b="0" sz="66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43"/>
          <p:cNvSpPr txBox="1"/>
          <p:nvPr>
            <p:ph idx="1" type="body"/>
          </p:nvPr>
        </p:nvSpPr>
        <p:spPr>
          <a:xfrm>
            <a:off x="1016003" y="6705600"/>
            <a:ext cx="12895002" cy="23564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500"/>
              </a:spcBef>
              <a:spcAft>
                <a:spcPts val="0"/>
              </a:spcAft>
              <a:buSzPts val="2160"/>
              <a:buNone/>
              <a:defRPr sz="27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500"/>
              </a:spcBef>
              <a:spcAft>
                <a:spcPts val="0"/>
              </a:spcAft>
              <a:buSzPts val="2160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500"/>
              </a:spcBef>
              <a:spcAft>
                <a:spcPts val="0"/>
              </a:spcAft>
              <a:buSzPts val="192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43"/>
          <p:cNvSpPr txBox="1"/>
          <p:nvPr>
            <p:ph idx="10" type="dt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43"/>
          <p:cNvSpPr txBox="1"/>
          <p:nvPr>
            <p:ph idx="11" type="ftr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43"/>
          <p:cNvSpPr txBox="1"/>
          <p:nvPr>
            <p:ph idx="12" type="sldNum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4"/>
          <p:cNvSpPr txBox="1"/>
          <p:nvPr>
            <p:ph type="title"/>
          </p:nvPr>
        </p:nvSpPr>
        <p:spPr>
          <a:xfrm>
            <a:off x="1397001" y="914400"/>
            <a:ext cx="12141201" cy="45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600"/>
              <a:buFont typeface="Trebuchet MS"/>
              <a:buNone/>
              <a:defRPr b="0" sz="66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44"/>
          <p:cNvSpPr txBox="1"/>
          <p:nvPr>
            <p:ph idx="1" type="body"/>
          </p:nvPr>
        </p:nvSpPr>
        <p:spPr>
          <a:xfrm>
            <a:off x="2049209" y="5448300"/>
            <a:ext cx="10836786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5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500"/>
              </a:spcBef>
              <a:spcAft>
                <a:spcPts val="0"/>
              </a:spcAft>
              <a:buSzPts val="1920"/>
              <a:buFont typeface="Trebuchet MS"/>
              <a:buNone/>
              <a:defRPr/>
            </a:lvl2pPr>
            <a:lvl3pPr indent="-228600" lvl="2" marL="1371600" algn="l">
              <a:spcBef>
                <a:spcPts val="1500"/>
              </a:spcBef>
              <a:spcAft>
                <a:spcPts val="0"/>
              </a:spcAft>
              <a:buSzPts val="1680"/>
              <a:buFont typeface="Trebuchet MS"/>
              <a:buNone/>
              <a:defRPr/>
            </a:lvl3pPr>
            <a:lvl4pPr indent="-228600" lvl="3" marL="1828800" algn="l">
              <a:spcBef>
                <a:spcPts val="1500"/>
              </a:spcBef>
              <a:spcAft>
                <a:spcPts val="0"/>
              </a:spcAft>
              <a:buSzPts val="1440"/>
              <a:buFont typeface="Trebuchet MS"/>
              <a:buNone/>
              <a:defRPr/>
            </a:lvl4pPr>
            <a:lvl5pPr indent="-228600" lvl="4" marL="2286000" algn="l">
              <a:spcBef>
                <a:spcPts val="1500"/>
              </a:spcBef>
              <a:spcAft>
                <a:spcPts val="0"/>
              </a:spcAft>
              <a:buSzPts val="1440"/>
              <a:buFont typeface="Trebuchet MS"/>
              <a:buNone/>
              <a:defRPr/>
            </a:lvl5pPr>
            <a:lvl6pPr indent="-320040" lvl="5" marL="27432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82" name="Google Shape;182;p44"/>
          <p:cNvSpPr txBox="1"/>
          <p:nvPr>
            <p:ph idx="2" type="body"/>
          </p:nvPr>
        </p:nvSpPr>
        <p:spPr>
          <a:xfrm>
            <a:off x="1016003" y="6705600"/>
            <a:ext cx="12895002" cy="23564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500"/>
              </a:spcBef>
              <a:spcAft>
                <a:spcPts val="0"/>
              </a:spcAft>
              <a:buSzPts val="2160"/>
              <a:buNone/>
              <a:defRPr sz="27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500"/>
              </a:spcBef>
              <a:spcAft>
                <a:spcPts val="0"/>
              </a:spcAft>
              <a:buSzPts val="2160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500"/>
              </a:spcBef>
              <a:spcAft>
                <a:spcPts val="0"/>
              </a:spcAft>
              <a:buSzPts val="192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3" name="Google Shape;183;p44"/>
          <p:cNvSpPr txBox="1"/>
          <p:nvPr>
            <p:ph idx="10" type="dt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44"/>
          <p:cNvSpPr txBox="1"/>
          <p:nvPr>
            <p:ph idx="11" type="ftr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44"/>
          <p:cNvSpPr txBox="1"/>
          <p:nvPr>
            <p:ph idx="12" type="sldNum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sp>
        <p:nvSpPr>
          <p:cNvPr id="186" name="Google Shape;186;p44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12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87" name="Google Shape;187;p4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12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2100" u="none" cap="none" strike="noStrike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5"/>
          <p:cNvSpPr txBox="1"/>
          <p:nvPr>
            <p:ph type="title"/>
          </p:nvPr>
        </p:nvSpPr>
        <p:spPr>
          <a:xfrm>
            <a:off x="1016003" y="2897982"/>
            <a:ext cx="12895002" cy="38931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600"/>
              <a:buFont typeface="Trebuchet MS"/>
              <a:buNone/>
              <a:defRPr b="0" sz="66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45"/>
          <p:cNvSpPr txBox="1"/>
          <p:nvPr>
            <p:ph idx="1" type="body"/>
          </p:nvPr>
        </p:nvSpPr>
        <p:spPr>
          <a:xfrm>
            <a:off x="1016003" y="6791172"/>
            <a:ext cx="12895002" cy="2270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500"/>
              </a:spcBef>
              <a:spcAft>
                <a:spcPts val="0"/>
              </a:spcAft>
              <a:buSzPts val="2160"/>
              <a:buNone/>
              <a:defRPr sz="27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500"/>
              </a:spcBef>
              <a:spcAft>
                <a:spcPts val="0"/>
              </a:spcAft>
              <a:buSzPts val="2160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500"/>
              </a:spcBef>
              <a:spcAft>
                <a:spcPts val="0"/>
              </a:spcAft>
              <a:buSzPts val="192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1" name="Google Shape;191;p45"/>
          <p:cNvSpPr txBox="1"/>
          <p:nvPr>
            <p:ph idx="10" type="dt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45"/>
          <p:cNvSpPr txBox="1"/>
          <p:nvPr>
            <p:ph idx="11" type="ftr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45"/>
          <p:cNvSpPr txBox="1"/>
          <p:nvPr>
            <p:ph idx="12" type="sldNum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la tarjeta de nombre">
  <p:cSld name="Citar la tarjeta de nombre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6"/>
          <p:cNvSpPr txBox="1"/>
          <p:nvPr>
            <p:ph type="title"/>
          </p:nvPr>
        </p:nvSpPr>
        <p:spPr>
          <a:xfrm>
            <a:off x="1397001" y="914400"/>
            <a:ext cx="12141201" cy="45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600"/>
              <a:buFont typeface="Trebuchet MS"/>
              <a:buNone/>
              <a:defRPr b="0" sz="66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46"/>
          <p:cNvSpPr txBox="1"/>
          <p:nvPr>
            <p:ph idx="1" type="body"/>
          </p:nvPr>
        </p:nvSpPr>
        <p:spPr>
          <a:xfrm>
            <a:off x="1015999" y="6019800"/>
            <a:ext cx="12895004" cy="7713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500"/>
              </a:spcBef>
              <a:spcAft>
                <a:spcPts val="0"/>
              </a:spcAft>
              <a:buSzPts val="2880"/>
              <a:buFont typeface="Trebuchet MS"/>
              <a:buNone/>
              <a:defRPr sz="36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500"/>
              </a:spcBef>
              <a:spcAft>
                <a:spcPts val="0"/>
              </a:spcAft>
              <a:buSzPts val="1920"/>
              <a:buFont typeface="Trebuchet MS"/>
              <a:buNone/>
              <a:defRPr/>
            </a:lvl2pPr>
            <a:lvl3pPr indent="-228600" lvl="2" marL="1371600" algn="l">
              <a:spcBef>
                <a:spcPts val="1500"/>
              </a:spcBef>
              <a:spcAft>
                <a:spcPts val="0"/>
              </a:spcAft>
              <a:buSzPts val="1680"/>
              <a:buFont typeface="Trebuchet MS"/>
              <a:buNone/>
              <a:defRPr/>
            </a:lvl3pPr>
            <a:lvl4pPr indent="-228600" lvl="3" marL="1828800" algn="l">
              <a:spcBef>
                <a:spcPts val="1500"/>
              </a:spcBef>
              <a:spcAft>
                <a:spcPts val="0"/>
              </a:spcAft>
              <a:buSzPts val="1440"/>
              <a:buFont typeface="Trebuchet MS"/>
              <a:buNone/>
              <a:defRPr/>
            </a:lvl4pPr>
            <a:lvl5pPr indent="-228600" lvl="4" marL="2286000" algn="l">
              <a:spcBef>
                <a:spcPts val="1500"/>
              </a:spcBef>
              <a:spcAft>
                <a:spcPts val="0"/>
              </a:spcAft>
              <a:buSzPts val="1440"/>
              <a:buFont typeface="Trebuchet MS"/>
              <a:buNone/>
              <a:defRPr/>
            </a:lvl5pPr>
            <a:lvl6pPr indent="-320040" lvl="5" marL="27432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97" name="Google Shape;197;p46"/>
          <p:cNvSpPr txBox="1"/>
          <p:nvPr>
            <p:ph idx="2" type="body"/>
          </p:nvPr>
        </p:nvSpPr>
        <p:spPr>
          <a:xfrm>
            <a:off x="1016003" y="6791172"/>
            <a:ext cx="12895002" cy="2270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500"/>
              </a:spcBef>
              <a:spcAft>
                <a:spcPts val="0"/>
              </a:spcAft>
              <a:buSzPts val="2160"/>
              <a:buNone/>
              <a:defRPr sz="27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500"/>
              </a:spcBef>
              <a:spcAft>
                <a:spcPts val="0"/>
              </a:spcAft>
              <a:buSzPts val="2160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500"/>
              </a:spcBef>
              <a:spcAft>
                <a:spcPts val="0"/>
              </a:spcAft>
              <a:buSzPts val="192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8" name="Google Shape;198;p46"/>
          <p:cNvSpPr txBox="1"/>
          <p:nvPr>
            <p:ph idx="10" type="dt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46"/>
          <p:cNvSpPr txBox="1"/>
          <p:nvPr>
            <p:ph idx="11" type="ftr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46"/>
          <p:cNvSpPr txBox="1"/>
          <p:nvPr>
            <p:ph idx="12" type="sldNum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  <p:sp>
        <p:nvSpPr>
          <p:cNvPr id="201" name="Google Shape;201;p46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12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202" name="Google Shape;202;p46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12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ro o falso">
  <p:cSld name="Verdadero o falso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7"/>
          <p:cNvSpPr txBox="1"/>
          <p:nvPr>
            <p:ph type="title"/>
          </p:nvPr>
        </p:nvSpPr>
        <p:spPr>
          <a:xfrm>
            <a:off x="1028699" y="914400"/>
            <a:ext cx="12882305" cy="45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600"/>
              <a:buFont typeface="Trebuchet MS"/>
              <a:buNone/>
              <a:defRPr b="0" sz="66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47"/>
          <p:cNvSpPr txBox="1"/>
          <p:nvPr>
            <p:ph idx="1" type="body"/>
          </p:nvPr>
        </p:nvSpPr>
        <p:spPr>
          <a:xfrm>
            <a:off x="1015999" y="6019800"/>
            <a:ext cx="12895004" cy="7713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500"/>
              </a:spcBef>
              <a:spcAft>
                <a:spcPts val="0"/>
              </a:spcAft>
              <a:buSzPts val="2880"/>
              <a:buFont typeface="Trebuchet MS"/>
              <a:buNone/>
              <a:defRPr sz="36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500"/>
              </a:spcBef>
              <a:spcAft>
                <a:spcPts val="0"/>
              </a:spcAft>
              <a:buSzPts val="1920"/>
              <a:buFont typeface="Trebuchet MS"/>
              <a:buNone/>
              <a:defRPr/>
            </a:lvl2pPr>
            <a:lvl3pPr indent="-228600" lvl="2" marL="1371600" algn="l">
              <a:spcBef>
                <a:spcPts val="1500"/>
              </a:spcBef>
              <a:spcAft>
                <a:spcPts val="0"/>
              </a:spcAft>
              <a:buSzPts val="1680"/>
              <a:buFont typeface="Trebuchet MS"/>
              <a:buNone/>
              <a:defRPr/>
            </a:lvl3pPr>
            <a:lvl4pPr indent="-228600" lvl="3" marL="1828800" algn="l">
              <a:spcBef>
                <a:spcPts val="1500"/>
              </a:spcBef>
              <a:spcAft>
                <a:spcPts val="0"/>
              </a:spcAft>
              <a:buSzPts val="1440"/>
              <a:buFont typeface="Trebuchet MS"/>
              <a:buNone/>
              <a:defRPr/>
            </a:lvl4pPr>
            <a:lvl5pPr indent="-228600" lvl="4" marL="2286000" algn="l">
              <a:spcBef>
                <a:spcPts val="1500"/>
              </a:spcBef>
              <a:spcAft>
                <a:spcPts val="0"/>
              </a:spcAft>
              <a:buSzPts val="1440"/>
              <a:buFont typeface="Trebuchet MS"/>
              <a:buNone/>
              <a:defRPr/>
            </a:lvl5pPr>
            <a:lvl6pPr indent="-320040" lvl="5" marL="27432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06" name="Google Shape;206;p47"/>
          <p:cNvSpPr txBox="1"/>
          <p:nvPr>
            <p:ph idx="2" type="body"/>
          </p:nvPr>
        </p:nvSpPr>
        <p:spPr>
          <a:xfrm>
            <a:off x="1016003" y="6791172"/>
            <a:ext cx="12895002" cy="2270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500"/>
              </a:spcBef>
              <a:spcAft>
                <a:spcPts val="0"/>
              </a:spcAft>
              <a:buSzPts val="2160"/>
              <a:buNone/>
              <a:defRPr sz="27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500"/>
              </a:spcBef>
              <a:spcAft>
                <a:spcPts val="0"/>
              </a:spcAft>
              <a:buSzPts val="2160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500"/>
              </a:spcBef>
              <a:spcAft>
                <a:spcPts val="0"/>
              </a:spcAft>
              <a:buSzPts val="192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5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7" name="Google Shape;207;p47"/>
          <p:cNvSpPr txBox="1"/>
          <p:nvPr>
            <p:ph idx="10" type="dt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47"/>
          <p:cNvSpPr txBox="1"/>
          <p:nvPr>
            <p:ph idx="11" type="ftr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47"/>
          <p:cNvSpPr txBox="1"/>
          <p:nvPr>
            <p:ph idx="12" type="sldNum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8"/>
          <p:cNvSpPr txBox="1"/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48"/>
          <p:cNvSpPr txBox="1"/>
          <p:nvPr>
            <p:ph idx="1" type="body"/>
          </p:nvPr>
        </p:nvSpPr>
        <p:spPr>
          <a:xfrm rot="5400000">
            <a:off x="4552922" y="-296037"/>
            <a:ext cx="5821160" cy="12895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13" name="Google Shape;213;p48"/>
          <p:cNvSpPr txBox="1"/>
          <p:nvPr>
            <p:ph idx="10" type="dt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8"/>
          <p:cNvSpPr txBox="1"/>
          <p:nvPr>
            <p:ph idx="11" type="ftr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8"/>
          <p:cNvSpPr txBox="1"/>
          <p:nvPr>
            <p:ph idx="12" type="sldNum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9"/>
          <p:cNvSpPr txBox="1"/>
          <p:nvPr>
            <p:ph type="title"/>
          </p:nvPr>
        </p:nvSpPr>
        <p:spPr>
          <a:xfrm rot="5400000">
            <a:off x="8991479" y="3874430"/>
            <a:ext cx="7877177" cy="19571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49"/>
          <p:cNvSpPr txBox="1"/>
          <p:nvPr>
            <p:ph idx="1" type="body"/>
          </p:nvPr>
        </p:nvSpPr>
        <p:spPr>
          <a:xfrm rot="5400000">
            <a:off x="2372528" y="-442125"/>
            <a:ext cx="7877175" cy="1059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5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19" name="Google Shape;219;p49"/>
          <p:cNvSpPr txBox="1"/>
          <p:nvPr>
            <p:ph idx="10" type="dt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49"/>
          <p:cNvSpPr txBox="1"/>
          <p:nvPr>
            <p:ph idx="11" type="ftr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9"/>
          <p:cNvSpPr txBox="1"/>
          <p:nvPr>
            <p:ph idx="12" type="sldNum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22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90" name="Google Shape;90;p22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" name="Google Shape;91;p22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2" name="Google Shape;92;p22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2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2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7019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2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2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2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2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2"/>
          <p:cNvSpPr txBox="1"/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b="0" i="0" sz="5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1" name="Google Shape;101;p22"/>
          <p:cNvSpPr txBox="1"/>
          <p:nvPr>
            <p:ph idx="1" type="body"/>
          </p:nvPr>
        </p:nvSpPr>
        <p:spPr>
          <a:xfrm>
            <a:off x="1016001" y="3240884"/>
            <a:ext cx="12895002" cy="58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5760" lvl="0" marL="457200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►"/>
              <a:defRPr b="0" i="0" sz="27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50520" lvl="1" marL="914400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►"/>
              <a:defRPr b="0" i="0" sz="2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35280" lvl="2" marL="1371600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►"/>
              <a:defRPr b="0" i="0" sz="21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20040" lvl="3" marL="1828800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20040" lvl="4" marL="2286000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20040" lvl="5" marL="2743200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20040" lvl="6" marL="3200400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20040" lvl="7" marL="3657600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20040" lvl="8" marL="4114800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2" name="Google Shape;102;p22"/>
          <p:cNvSpPr txBox="1"/>
          <p:nvPr>
            <p:ph idx="10" type="dt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22"/>
          <p:cNvSpPr txBox="1"/>
          <p:nvPr>
            <p:ph idx="11" type="ftr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22"/>
          <p:cNvSpPr txBox="1"/>
          <p:nvPr>
            <p:ph idx="12" type="sldNum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G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3" y="1"/>
            <a:ext cx="18254198" cy="1028700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7" name="Google Shape;227;p1"/>
          <p:cNvGraphicFramePr/>
          <p:nvPr/>
        </p:nvGraphicFramePr>
        <p:xfrm>
          <a:off x="10656401" y="19400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{92EDD415-FD68-45EC-A25E-E3B8303F8C48}</a:tableStyleId>
              </a:tblPr>
              <a:tblGrid>
                <a:gridCol w="3036400"/>
                <a:gridCol w="4344750"/>
              </a:tblGrid>
              <a:tr h="8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s-GT" sz="2900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Fecha:</a:t>
                      </a:r>
                      <a:endParaRPr/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s-GT" sz="29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xxxx xxxxx xx</a:t>
                      </a:r>
                      <a:endParaRPr b="1" sz="2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850" marB="182850" marR="182850" marL="182850"/>
                </a:tc>
              </a:tr>
              <a:tr h="123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s-GT" sz="2900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Hora de inicio:</a:t>
                      </a:r>
                      <a:endParaRPr/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s-GT" sz="29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09:00 - 10:40</a:t>
                      </a:r>
                      <a:endParaRPr b="1" sz="2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228" name="Google Shape;228;p1"/>
          <p:cNvSpPr txBox="1"/>
          <p:nvPr/>
        </p:nvSpPr>
        <p:spPr>
          <a:xfrm>
            <a:off x="2064774" y="4766996"/>
            <a:ext cx="14910600" cy="19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GT" sz="500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Lenguajes Formales y De Programación XX xxxxxxxxxxxx</a:t>
            </a:r>
            <a:endParaRPr b="1" i="0" sz="5001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"/>
          <p:cNvSpPr/>
          <p:nvPr/>
        </p:nvSpPr>
        <p:spPr>
          <a:xfrm>
            <a:off x="1866989" y="3632154"/>
            <a:ext cx="4115181" cy="1267206"/>
          </a:xfrm>
          <a:custGeom>
            <a:rect b="b" l="l" r="r" t="t"/>
            <a:pathLst>
              <a:path extrusionOk="0" h="1689608" w="5486908">
                <a:moveTo>
                  <a:pt x="4458208" y="0"/>
                </a:moveTo>
                <a:lnTo>
                  <a:pt x="0" y="0"/>
                </a:lnTo>
                <a:lnTo>
                  <a:pt x="0" y="1689608"/>
                </a:lnTo>
                <a:lnTo>
                  <a:pt x="4458208" y="1689608"/>
                </a:lnTo>
                <a:lnTo>
                  <a:pt x="5486908" y="844804"/>
                </a:lnTo>
                <a:lnTo>
                  <a:pt x="44582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8" name="Google Shape;238;p2"/>
          <p:cNvGrpSpPr/>
          <p:nvPr/>
        </p:nvGrpSpPr>
        <p:grpSpPr>
          <a:xfrm>
            <a:off x="1866989" y="3185669"/>
            <a:ext cx="3681207" cy="1713647"/>
            <a:chOff x="0" y="-209550"/>
            <a:chExt cx="4908276" cy="2284862"/>
          </a:xfrm>
        </p:grpSpPr>
        <p:sp>
          <p:nvSpPr>
            <p:cNvPr id="239" name="Google Shape;239;p2"/>
            <p:cNvSpPr/>
            <p:nvPr/>
          </p:nvSpPr>
          <p:spPr>
            <a:xfrm>
              <a:off x="0" y="0"/>
              <a:ext cx="4908276" cy="2075312"/>
            </a:xfrm>
            <a:custGeom>
              <a:rect b="b" l="l" r="r" t="t"/>
              <a:pathLst>
                <a:path extrusionOk="0" h="2075312" w="4908276">
                  <a:moveTo>
                    <a:pt x="0" y="0"/>
                  </a:moveTo>
                  <a:lnTo>
                    <a:pt x="4908276" y="0"/>
                  </a:lnTo>
                  <a:lnTo>
                    <a:pt x="4908276" y="2075312"/>
                  </a:lnTo>
                  <a:lnTo>
                    <a:pt x="0" y="207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"/>
            <p:cNvSpPr txBox="1"/>
            <p:nvPr/>
          </p:nvSpPr>
          <p:spPr>
            <a:xfrm>
              <a:off x="0" y="-209550"/>
              <a:ext cx="4908276" cy="2284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s-GT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1" name="Google Shape;241;p2"/>
          <p:cNvSpPr/>
          <p:nvPr/>
        </p:nvSpPr>
        <p:spPr>
          <a:xfrm>
            <a:off x="651754" y="3758584"/>
            <a:ext cx="753904" cy="872966"/>
          </a:xfrm>
          <a:custGeom>
            <a:rect b="b" l="l" r="r" t="t"/>
            <a:pathLst>
              <a:path extrusionOk="0" h="1163955" w="1005205">
                <a:moveTo>
                  <a:pt x="0" y="0"/>
                </a:moveTo>
                <a:lnTo>
                  <a:pt x="1005205" y="0"/>
                </a:lnTo>
                <a:lnTo>
                  <a:pt x="1005205" y="1163955"/>
                </a:lnTo>
                <a:lnTo>
                  <a:pt x="0" y="1163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9" l="0" r="0" t="-3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"/>
          <p:cNvSpPr/>
          <p:nvPr/>
        </p:nvSpPr>
        <p:spPr>
          <a:xfrm>
            <a:off x="11739805" y="5032666"/>
            <a:ext cx="5353621" cy="1267206"/>
          </a:xfrm>
          <a:custGeom>
            <a:rect b="b" l="l" r="r" t="t"/>
            <a:pathLst>
              <a:path extrusionOk="0" h="1689608" w="7138162">
                <a:moveTo>
                  <a:pt x="6109462" y="0"/>
                </a:moveTo>
                <a:lnTo>
                  <a:pt x="0" y="0"/>
                </a:lnTo>
                <a:lnTo>
                  <a:pt x="0" y="1689608"/>
                </a:lnTo>
                <a:lnTo>
                  <a:pt x="6109462" y="1689608"/>
                </a:lnTo>
                <a:lnTo>
                  <a:pt x="7138162" y="844804"/>
                </a:lnTo>
                <a:lnTo>
                  <a:pt x="61094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"/>
          <p:cNvSpPr/>
          <p:nvPr/>
        </p:nvSpPr>
        <p:spPr>
          <a:xfrm>
            <a:off x="651754" y="5716618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"/>
          <p:cNvSpPr/>
          <p:nvPr/>
        </p:nvSpPr>
        <p:spPr>
          <a:xfrm>
            <a:off x="651754" y="6400062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"/>
          <p:cNvSpPr/>
          <p:nvPr/>
        </p:nvSpPr>
        <p:spPr>
          <a:xfrm>
            <a:off x="651754" y="7083506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"/>
          <p:cNvSpPr/>
          <p:nvPr/>
        </p:nvSpPr>
        <p:spPr>
          <a:xfrm>
            <a:off x="651754" y="7766951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"/>
          <p:cNvSpPr txBox="1"/>
          <p:nvPr/>
        </p:nvSpPr>
        <p:spPr>
          <a:xfrm>
            <a:off x="1389450" y="5502465"/>
            <a:ext cx="8390471" cy="88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4"/>
              <a:buFont typeface="Arial"/>
              <a:buNone/>
            </a:pPr>
            <a:r>
              <a:rPr b="0" i="0" lang="es-GT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Estructuras de Datos en C++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"/>
          <p:cNvSpPr txBox="1"/>
          <p:nvPr/>
        </p:nvSpPr>
        <p:spPr>
          <a:xfrm>
            <a:off x="1389450" y="6186417"/>
            <a:ext cx="8390471" cy="88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4"/>
              <a:buFont typeface="Arial"/>
              <a:buNone/>
            </a:pPr>
            <a:r>
              <a:rPr b="0" i="0" lang="es-GT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Iteración en C++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"/>
          <p:cNvSpPr txBox="1"/>
          <p:nvPr/>
        </p:nvSpPr>
        <p:spPr>
          <a:xfrm>
            <a:off x="1389450" y="6907135"/>
            <a:ext cx="8390471" cy="81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4"/>
              <a:buFont typeface="Arial"/>
              <a:buNone/>
            </a:pPr>
            <a:r>
              <a:rPr b="0" i="0" lang="es-GT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Lectura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"/>
          <p:cNvSpPr txBox="1"/>
          <p:nvPr/>
        </p:nvSpPr>
        <p:spPr>
          <a:xfrm>
            <a:off x="1352960" y="7600950"/>
            <a:ext cx="8390471" cy="81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4"/>
              <a:buFont typeface="Arial"/>
              <a:buNone/>
            </a:pPr>
            <a:r>
              <a:rPr b="0" i="0" lang="es-GT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Escritura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"/>
          <p:cNvSpPr txBox="1"/>
          <p:nvPr/>
        </p:nvSpPr>
        <p:spPr>
          <a:xfrm>
            <a:off x="651749" y="233725"/>
            <a:ext cx="7710300" cy="2565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s-GT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"/>
          <p:cNvSpPr/>
          <p:nvPr/>
        </p:nvSpPr>
        <p:spPr>
          <a:xfrm>
            <a:off x="651749" y="8523365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"/>
          <p:cNvSpPr txBox="1"/>
          <p:nvPr/>
        </p:nvSpPr>
        <p:spPr>
          <a:xfrm>
            <a:off x="1352955" y="8294765"/>
            <a:ext cx="8390471" cy="743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4"/>
              <a:buFont typeface="Arial"/>
              <a:buNone/>
            </a:pPr>
            <a:r>
              <a:rPr b="0" i="0" lang="es-GT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"/>
          <p:cNvSpPr txBox="1"/>
          <p:nvPr/>
        </p:nvSpPr>
        <p:spPr>
          <a:xfrm>
            <a:off x="1028700" y="800100"/>
            <a:ext cx="16230600" cy="2016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s-GT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 QUE DESARROLLAREMOS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"/>
          <p:cNvSpPr txBox="1"/>
          <p:nvPr/>
        </p:nvSpPr>
        <p:spPr>
          <a:xfrm>
            <a:off x="1028700" y="3006725"/>
            <a:ext cx="16230600" cy="6980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estudiante comprende y aplica estructuras de datos básicas, mecanismos de iteración y manejo de archivos en C++, para organizar, recorrer y procesar información de manera eficiente en programas estructurados.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"/>
          <p:cNvSpPr txBox="1"/>
          <p:nvPr/>
        </p:nvSpPr>
        <p:spPr>
          <a:xfrm>
            <a:off x="1904223" y="2537062"/>
            <a:ext cx="12449086" cy="54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estructura de datos es una forma de </a:t>
            </a:r>
            <a:r>
              <a:rPr b="1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organizar y almacenar información</a:t>
            </a: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poder accederla y modificarla de manera eficiente. Elegir la estructura correcta simplifica el código y mejora rendimiento y claridad.</a:t>
            </a:r>
            <a:endParaRPr/>
          </a:p>
          <a:p>
            <a:pPr indent="0" lvl="0" marL="0" marR="0" rtl="0" algn="just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Características principales: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-Define cómo se guardan los datos en memoria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-Define cómo se accede / recorre / modifica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-Afecta complejidad (tiempo y memoria)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"/>
          <p:cNvSpPr txBox="1"/>
          <p:nvPr/>
        </p:nvSpPr>
        <p:spPr>
          <a:xfrm>
            <a:off x="1904223" y="1135994"/>
            <a:ext cx="12860533" cy="124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¿Qué es una estructura de datos?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"/>
          <p:cNvSpPr txBox="1"/>
          <p:nvPr/>
        </p:nvSpPr>
        <p:spPr>
          <a:xfrm>
            <a:off x="1904223" y="1551240"/>
            <a:ext cx="12449086" cy="3171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arreglo es una estructura lineal que almacena elementos del </a:t>
            </a:r>
            <a:r>
              <a:rPr b="1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mismo tipo</a:t>
            </a: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memoria contigua y permite acceso directo mediante índices.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Características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-Elementos del mismo tipo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-Índices desde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-Tamaño fijo (en arreglos “clásicos”)</a:t>
            </a:r>
            <a:endParaRPr/>
          </a:p>
        </p:txBody>
      </p:sp>
      <p:sp>
        <p:nvSpPr>
          <p:cNvPr id="283" name="Google Shape;283;p5"/>
          <p:cNvSpPr txBox="1"/>
          <p:nvPr/>
        </p:nvSpPr>
        <p:spPr>
          <a:xfrm>
            <a:off x="1904223" y="310259"/>
            <a:ext cx="12860533" cy="124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Arreglos en C++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scala de tiempo  El contenido generado por IA puede ser incorrecto." id="284" name="Google Shape;284;p5"/>
          <p:cNvSpPr/>
          <p:nvPr/>
        </p:nvSpPr>
        <p:spPr>
          <a:xfrm>
            <a:off x="4374676" y="5472545"/>
            <a:ext cx="7101418" cy="4504229"/>
          </a:xfrm>
          <a:custGeom>
            <a:rect b="b" l="l" r="r" t="t"/>
            <a:pathLst>
              <a:path extrusionOk="0" h="6588633" w="10387711">
                <a:moveTo>
                  <a:pt x="0" y="0"/>
                </a:moveTo>
                <a:lnTo>
                  <a:pt x="10387711" y="0"/>
                </a:lnTo>
                <a:lnTo>
                  <a:pt x="10387711" y="6588633"/>
                </a:lnTo>
                <a:lnTo>
                  <a:pt x="0" y="65886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6"/>
          <p:cNvSpPr txBox="1"/>
          <p:nvPr/>
        </p:nvSpPr>
        <p:spPr>
          <a:xfrm>
            <a:off x="1904223" y="2376975"/>
            <a:ext cx="12449086" cy="723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 básico con índices.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6"/>
          <p:cNvSpPr txBox="1"/>
          <p:nvPr/>
        </p:nvSpPr>
        <p:spPr>
          <a:xfrm>
            <a:off x="1904223" y="1135994"/>
            <a:ext cx="12860533" cy="124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Declaración, acceso y modificación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xto&#10;&#10;El contenido generado por IA puede ser incorrecto." id="295" name="Google Shape;2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5595" y="3260978"/>
            <a:ext cx="8496300" cy="64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/>
          <p:nvPr/>
        </p:nvSpPr>
        <p:spPr>
          <a:xfrm>
            <a:off x="1904223" y="1379447"/>
            <a:ext cx="12449086" cy="1447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arreglo 2D se organiza en </a:t>
            </a:r>
            <a:r>
              <a:rPr b="1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filas y columnas</a:t>
            </a: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útil para tablas, grids y matrices.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 txBox="1"/>
          <p:nvPr/>
        </p:nvSpPr>
        <p:spPr>
          <a:xfrm>
            <a:off x="1904223" y="138466"/>
            <a:ext cx="12860533" cy="124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Arreglos 2D (matriz)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9069341" y="3679038"/>
            <a:ext cx="9218676" cy="4422171"/>
          </a:xfrm>
          <a:custGeom>
            <a:rect b="b" l="l" r="r" t="t"/>
            <a:pathLst>
              <a:path extrusionOk="0" h="5896229" w="12291568">
                <a:moveTo>
                  <a:pt x="0" y="0"/>
                </a:moveTo>
                <a:lnTo>
                  <a:pt x="12291568" y="0"/>
                </a:lnTo>
                <a:lnTo>
                  <a:pt x="12291568" y="5896229"/>
                </a:lnTo>
                <a:lnTo>
                  <a:pt x="0" y="58962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Texto&#10;&#10;El contenido generado por IA puede ser incorrecto." id="307" name="Google Shape;30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7237" y="3206598"/>
            <a:ext cx="6764308" cy="6469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8"/>
          <p:cNvSpPr txBox="1"/>
          <p:nvPr/>
        </p:nvSpPr>
        <p:spPr>
          <a:xfrm>
            <a:off x="1904223" y="1240981"/>
            <a:ext cx="12449086" cy="4619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Iterar es recorrer elementos para procesarlos: sumar, buscar, contar, transformar o validar.</a:t>
            </a:r>
            <a:endParaRPr/>
          </a:p>
          <a:p>
            <a:pPr indent="0" lvl="0" marL="0" marR="0" rtl="0" algn="just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Formas: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Iteración por índice (control total)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Iteración por elemento (más simple)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Iteración condicional (while)</a:t>
            </a:r>
            <a:endParaRPr/>
          </a:p>
          <a:p>
            <a:pPr indent="0" lvl="0" marL="0" marR="0" rtl="0" algn="just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8"/>
          <p:cNvSpPr txBox="1"/>
          <p:nvPr/>
        </p:nvSpPr>
        <p:spPr>
          <a:xfrm>
            <a:off x="1904223" y="0"/>
            <a:ext cx="12860533" cy="124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Iteración sobre estructuras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"/>
          <p:cNvSpPr txBox="1"/>
          <p:nvPr/>
        </p:nvSpPr>
        <p:spPr>
          <a:xfrm>
            <a:off x="1904223" y="0"/>
            <a:ext cx="12860533" cy="124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Iteración con for (índice)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xto&#10;&#10;El contenido generado por IA puede ser incorrecto." id="327" name="Google Shape;32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8320" y="2005444"/>
            <a:ext cx="10915650" cy="716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"/>
          <p:cNvSpPr txBox="1"/>
          <p:nvPr/>
        </p:nvSpPr>
        <p:spPr>
          <a:xfrm>
            <a:off x="1904223" y="1240981"/>
            <a:ext cx="12449086" cy="723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 más limpia cuando no necesitás el índice.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0"/>
          <p:cNvSpPr txBox="1"/>
          <p:nvPr/>
        </p:nvSpPr>
        <p:spPr>
          <a:xfrm>
            <a:off x="1904223" y="0"/>
            <a:ext cx="12860533" cy="124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Iteración con range-based for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ntalla de computadora con letras&#10;&#10;El contenido generado por IA puede ser incorrecto." id="338" name="Google Shape;33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2481962"/>
            <a:ext cx="6096000" cy="588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1"/>
          <p:cNvSpPr txBox="1"/>
          <p:nvPr/>
        </p:nvSpPr>
        <p:spPr>
          <a:xfrm>
            <a:off x="1904223" y="0"/>
            <a:ext cx="12860533" cy="124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while (cuando no sabés cuántas veces)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ntalla de computadora con letras&#10;&#10;El contenido generado por IA puede ser incorrecto." id="348" name="Google Shape;34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0764" y="2223977"/>
            <a:ext cx="6267450" cy="659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2"/>
          <p:cNvSpPr txBox="1"/>
          <p:nvPr/>
        </p:nvSpPr>
        <p:spPr>
          <a:xfrm>
            <a:off x="1904223" y="1240981"/>
            <a:ext cx="12449086" cy="2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-Cuando el tamaño debe crecer/disminuir en ejecución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-Cuando necesitás insertar/eliminar en medio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-Cuando necesitás buscar por clave (diccionario)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eso usamos estructuras como </a:t>
            </a:r>
            <a:r>
              <a:rPr b="1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</a:t>
            </a: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2"/>
          <p:cNvSpPr txBox="1"/>
          <p:nvPr/>
        </p:nvSpPr>
        <p:spPr>
          <a:xfrm>
            <a:off x="1904223" y="0"/>
            <a:ext cx="12860533" cy="124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¿Cuándo un arreglo NO es suficiente?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3"/>
          <p:cNvSpPr txBox="1"/>
          <p:nvPr/>
        </p:nvSpPr>
        <p:spPr>
          <a:xfrm>
            <a:off x="1904223" y="1240981"/>
            <a:ext cx="12449086" cy="723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permite tamaño dinámico y métodos útiles (push_back, pop_back, etc.).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3"/>
          <p:cNvSpPr txBox="1"/>
          <p:nvPr/>
        </p:nvSpPr>
        <p:spPr>
          <a:xfrm>
            <a:off x="1904223" y="138545"/>
            <a:ext cx="12860533" cy="124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vector: arreglo dinámico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ntalla de computadora con letras&#10;&#10;El contenido generado por IA puede ser incorrecto." id="369" name="Google Shape;36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5385" y="2303145"/>
            <a:ext cx="7067550" cy="622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4"/>
          <p:cNvSpPr txBox="1"/>
          <p:nvPr/>
        </p:nvSpPr>
        <p:spPr>
          <a:xfrm>
            <a:off x="1904223" y="1240981"/>
            <a:ext cx="12449086" cy="1447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 almacena pares clave-valor ordenados por clave (útil para conteos, tablas de símbolos pequeñas, catálogos).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4"/>
          <p:cNvSpPr txBox="1"/>
          <p:nvPr/>
        </p:nvSpPr>
        <p:spPr>
          <a:xfrm>
            <a:off x="1904223" y="0"/>
            <a:ext cx="12860533" cy="124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map: clave → valor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xto&#10;&#10;El contenido generado por IA puede ser incorrecto." id="380" name="Google Shape;38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5764" y="2983922"/>
            <a:ext cx="10077450" cy="659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5"/>
          <p:cNvSpPr txBox="1"/>
          <p:nvPr/>
        </p:nvSpPr>
        <p:spPr>
          <a:xfrm>
            <a:off x="1904223" y="1240981"/>
            <a:ext cx="12449086" cy="1447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 ifstream podemos abrir un archivo y leerlo línea por línea o token por token.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5"/>
          <p:cNvSpPr txBox="1"/>
          <p:nvPr/>
        </p:nvSpPr>
        <p:spPr>
          <a:xfrm>
            <a:off x="1904223" y="0"/>
            <a:ext cx="12860533" cy="124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Lectura de archivos en C++ (ifstream)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xto&#10;&#10;El contenido generado por IA puede ser incorrecto." id="391" name="Google Shape;39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078" y="2688813"/>
            <a:ext cx="7213002" cy="6812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6"/>
          <p:cNvSpPr txBox="1"/>
          <p:nvPr/>
        </p:nvSpPr>
        <p:spPr>
          <a:xfrm>
            <a:off x="1904223" y="0"/>
            <a:ext cx="12860533" cy="124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GT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Escritura de archivos en C++ (ofstream)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xto&#10;&#10;El contenido generado por IA puede ser incorrecto." id="401" name="Google Shape;4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4690" y="2357362"/>
            <a:ext cx="7973291" cy="7245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7"/>
          <p:cNvSpPr txBox="1"/>
          <p:nvPr/>
        </p:nvSpPr>
        <p:spPr>
          <a:xfrm>
            <a:off x="1793489" y="3038259"/>
            <a:ext cx="14701023" cy="508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7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None/>
            </a:pPr>
            <a:r>
              <a:rPr b="1" i="0" lang="es-GT" sz="33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Perseverancia</a:t>
            </a:r>
            <a:r>
              <a:rPr b="0" i="0" lang="es-GT" sz="33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: Frecuentemente requieren un alto nivel de comprensión llegar a entender el funcionamiento de estructuras de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67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None/>
            </a:pPr>
            <a:r>
              <a:rPr b="1" i="0" lang="es-GT" sz="33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Pensamiento Lógico</a:t>
            </a:r>
            <a:r>
              <a:rPr b="0" i="0" lang="es-GT" sz="33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: Es necesario razonar paso a paso el proceso completo del funcionamiento de un programa y cómo se alamcenan los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67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None/>
            </a:pPr>
            <a:r>
              <a:rPr b="1" i="0" lang="es-GT" sz="33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Disciplina</a:t>
            </a:r>
            <a:r>
              <a:rPr b="0" i="0" lang="es-GT" sz="33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: Es requerido que el estudiante desarrolle hábitos de estudio y posteriormente por cuenta propia llevar a la práctica la teoría.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7"/>
          <p:cNvSpPr txBox="1"/>
          <p:nvPr/>
        </p:nvSpPr>
        <p:spPr>
          <a:xfrm>
            <a:off x="2392343" y="2024418"/>
            <a:ext cx="13503315" cy="1309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s-GT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VALORES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8"/>
          <p:cNvSpPr txBox="1"/>
          <p:nvPr/>
        </p:nvSpPr>
        <p:spPr>
          <a:xfrm>
            <a:off x="1793489" y="4084020"/>
            <a:ext cx="14701023" cy="2636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38" lvl="2" marL="777117" marR="0" rtl="0" algn="just">
              <a:lnSpc>
                <a:spcPct val="167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None/>
            </a:pPr>
            <a:r>
              <a:rPr b="0" i="0" lang="es-GT" sz="33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-cppreference (STL, fstream, vector, map)</a:t>
            </a:r>
            <a:endParaRPr/>
          </a:p>
          <a:p>
            <a:pPr indent="-259038" lvl="2" marL="777117" marR="0" rtl="0" algn="just">
              <a:lnSpc>
                <a:spcPct val="167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None/>
            </a:pPr>
            <a:r>
              <a:rPr b="0" i="0" lang="es-GT" sz="33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-cplusplus (tutoriales)</a:t>
            </a:r>
            <a:endParaRPr/>
          </a:p>
          <a:p>
            <a:pPr indent="-259038" lvl="2" marL="777117" marR="0" rtl="0" algn="just">
              <a:lnSpc>
                <a:spcPct val="167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None/>
            </a:pPr>
            <a:r>
              <a:rPr b="0" i="0" lang="es-GT" sz="33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-Documentación de iostream/fstream</a:t>
            </a:r>
            <a:endParaRPr b="0" i="0" sz="3399" u="none" cap="none" strike="noStrike">
              <a:solidFill>
                <a:srgbClr val="1525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8"/>
          <p:cNvSpPr txBox="1"/>
          <p:nvPr/>
        </p:nvSpPr>
        <p:spPr>
          <a:xfrm>
            <a:off x="2392343" y="2611316"/>
            <a:ext cx="13503315" cy="1309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s-GT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"/>
          <p:cNvSpPr txBox="1"/>
          <p:nvPr/>
        </p:nvSpPr>
        <p:spPr>
          <a:xfrm>
            <a:off x="4437795" y="3236704"/>
            <a:ext cx="8658828" cy="2648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48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s-GT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48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t/>
            </a:r>
            <a:endParaRPr b="0" i="0" sz="6098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9"/>
          <p:cNvSpPr txBox="1"/>
          <p:nvPr/>
        </p:nvSpPr>
        <p:spPr>
          <a:xfrm>
            <a:off x="5414714" y="5586628"/>
            <a:ext cx="6704991" cy="1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76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99"/>
              <a:buFont typeface="Arial"/>
              <a:buNone/>
            </a:pPr>
            <a:r>
              <a:rPr b="0" i="0" lang="es-GT" sz="49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9"/>
          <p:cNvSpPr/>
          <p:nvPr/>
        </p:nvSpPr>
        <p:spPr>
          <a:xfrm>
            <a:off x="13963751" y="1028700"/>
            <a:ext cx="2757297" cy="3770948"/>
          </a:xfrm>
          <a:custGeom>
            <a:rect b="b" l="l" r="r" t="t"/>
            <a:pathLst>
              <a:path extrusionOk="0" h="5027930" w="3676396">
                <a:moveTo>
                  <a:pt x="0" y="0"/>
                </a:moveTo>
                <a:lnTo>
                  <a:pt x="3676396" y="0"/>
                </a:lnTo>
                <a:lnTo>
                  <a:pt x="3676396" y="5027930"/>
                </a:lnTo>
                <a:lnTo>
                  <a:pt x="0" y="5027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" r="-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9"/>
          <p:cNvSpPr txBox="1"/>
          <p:nvPr/>
        </p:nvSpPr>
        <p:spPr>
          <a:xfrm>
            <a:off x="2411098" y="7747335"/>
            <a:ext cx="13465804" cy="871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7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GT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a">
  <a:themeElements>
    <a:clrScheme name="Faceta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